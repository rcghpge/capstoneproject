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4113" r:id="rId4"/>
  </p:sldMasterIdLst>
  <p:sldIdLst>
    <p:sldId id="265" r:id="rId5"/>
    <p:sldId id="268" r:id="rId6"/>
    <p:sldId id="267" r:id="rId7"/>
  </p:sldIdLst>
  <p:sldSz cx="24384000" cy="13716000"/>
  <p:notesSz cx="6858000" cy="9144000"/>
  <p:embeddedFontLst>
    <p:embeddedFont>
      <p:font typeface="Helvetica World Bold" panose="020B0800040000020004" pitchFamily="34" charset="-128"/>
      <p:regular r:id="rId8"/>
    </p:embeddedFont>
    <p:embeddedFont>
      <p:font typeface="Bierstadt Display" panose="020B0004020202020204" pitchFamily="34" charset="0"/>
      <p:regular r:id="rId9"/>
      <p:bold r:id="rId10"/>
    </p:embeddedFont>
    <p:embeddedFont>
      <p:font typeface="Century Gothic" panose="020B0502020202020204" pitchFamily="34" charset="0"/>
      <p:regular r:id="rId11"/>
      <p:bold r:id="rId12"/>
      <p:italic r:id="rId13"/>
      <p:boldItalic r:id="rId14"/>
    </p:embeddedFont>
    <p:embeddedFont>
      <p:font typeface="Wingdings 3" pitchFamily="2" charset="2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AE383D-35E2-F457-15D1-B21BD02D6EBD}" v="20" dt="2025-06-23T05:24:21.921"/>
    <p1510:client id="{1DFE50B5-42B8-2FC5-446C-7BF54C062702}" v="138" dt="2025-06-23T06:16:56.851"/>
    <p1510:client id="{2755F0E4-BE0E-0FAD-9E5B-C7C87A2CB046}" v="439" dt="2025-06-23T05:33:03.954"/>
    <p1510:client id="{6CD3A413-B723-43DA-9599-4B21BE988306}" v="1" dt="2025-06-22T12:10:16.638"/>
    <p1510:client id="{A11B959F-343B-7C45-306F-C400D8BD4022}" v="82" dt="2025-06-23T05:22:08.1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0" d="100"/>
          <a:sy n="40" d="100"/>
        </p:scale>
        <p:origin x="758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4.fntdata"/><Relationship Id="rId5" Type="http://schemas.openxmlformats.org/officeDocument/2006/relationships/slide" Target="slides/slide1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cker, Robert" userId="383dd998-4638-40e9-8b89-1cdb79ff8613" providerId="ADAL" clId="{6CD3A413-B723-43DA-9599-4B21BE988306}"/>
    <pc:docChg chg="undo redo custSel addSld delSld modSld">
      <pc:chgData name="Cocker, Robert" userId="383dd998-4638-40e9-8b89-1cdb79ff8613" providerId="ADAL" clId="{6CD3A413-B723-43DA-9599-4B21BE988306}" dt="2025-06-22T13:44:43.045" v="289" actId="20577"/>
      <pc:docMkLst>
        <pc:docMk/>
      </pc:docMkLst>
      <pc:sldChg chg="del">
        <pc:chgData name="Cocker, Robert" userId="383dd998-4638-40e9-8b89-1cdb79ff8613" providerId="ADAL" clId="{6CD3A413-B723-43DA-9599-4B21BE988306}" dt="2025-06-19T00:13:03.934" v="0" actId="2696"/>
        <pc:sldMkLst>
          <pc:docMk/>
          <pc:sldMk cId="0" sldId="256"/>
        </pc:sldMkLst>
      </pc:sldChg>
      <pc:sldChg chg="del">
        <pc:chgData name="Cocker, Robert" userId="383dd998-4638-40e9-8b89-1cdb79ff8613" providerId="ADAL" clId="{6CD3A413-B723-43DA-9599-4B21BE988306}" dt="2025-06-19T00:13:06.959" v="1" actId="2696"/>
        <pc:sldMkLst>
          <pc:docMk/>
          <pc:sldMk cId="0" sldId="257"/>
        </pc:sldMkLst>
      </pc:sldChg>
      <pc:sldChg chg="del">
        <pc:chgData name="Cocker, Robert" userId="383dd998-4638-40e9-8b89-1cdb79ff8613" providerId="ADAL" clId="{6CD3A413-B723-43DA-9599-4B21BE988306}" dt="2025-06-19T00:15:39.155" v="2" actId="2696"/>
        <pc:sldMkLst>
          <pc:docMk/>
          <pc:sldMk cId="0" sldId="258"/>
        </pc:sldMkLst>
      </pc:sldChg>
      <pc:sldChg chg="del">
        <pc:chgData name="Cocker, Robert" userId="383dd998-4638-40e9-8b89-1cdb79ff8613" providerId="ADAL" clId="{6CD3A413-B723-43DA-9599-4B21BE988306}" dt="2025-06-19T00:15:45.616" v="3" actId="2696"/>
        <pc:sldMkLst>
          <pc:docMk/>
          <pc:sldMk cId="0" sldId="259"/>
        </pc:sldMkLst>
      </pc:sldChg>
      <pc:sldChg chg="del">
        <pc:chgData name="Cocker, Robert" userId="383dd998-4638-40e9-8b89-1cdb79ff8613" providerId="ADAL" clId="{6CD3A413-B723-43DA-9599-4B21BE988306}" dt="2025-06-19T00:28:19.787" v="4" actId="2696"/>
        <pc:sldMkLst>
          <pc:docMk/>
          <pc:sldMk cId="0" sldId="260"/>
        </pc:sldMkLst>
      </pc:sldChg>
      <pc:sldChg chg="del">
        <pc:chgData name="Cocker, Robert" userId="383dd998-4638-40e9-8b89-1cdb79ff8613" providerId="ADAL" clId="{6CD3A413-B723-43DA-9599-4B21BE988306}" dt="2025-06-19T00:28:26.351" v="5" actId="2696"/>
        <pc:sldMkLst>
          <pc:docMk/>
          <pc:sldMk cId="0" sldId="261"/>
        </pc:sldMkLst>
      </pc:sldChg>
      <pc:sldChg chg="del">
        <pc:chgData name="Cocker, Robert" userId="383dd998-4638-40e9-8b89-1cdb79ff8613" providerId="ADAL" clId="{6CD3A413-B723-43DA-9599-4B21BE988306}" dt="2025-06-19T00:28:33.585" v="6" actId="2696"/>
        <pc:sldMkLst>
          <pc:docMk/>
          <pc:sldMk cId="0" sldId="262"/>
        </pc:sldMkLst>
      </pc:sldChg>
      <pc:sldChg chg="del">
        <pc:chgData name="Cocker, Robert" userId="383dd998-4638-40e9-8b89-1cdb79ff8613" providerId="ADAL" clId="{6CD3A413-B723-43DA-9599-4B21BE988306}" dt="2025-06-19T00:28:48.243" v="7" actId="2696"/>
        <pc:sldMkLst>
          <pc:docMk/>
          <pc:sldMk cId="0" sldId="263"/>
        </pc:sldMkLst>
      </pc:sldChg>
      <pc:sldChg chg="del">
        <pc:chgData name="Cocker, Robert" userId="383dd998-4638-40e9-8b89-1cdb79ff8613" providerId="ADAL" clId="{6CD3A413-B723-43DA-9599-4B21BE988306}" dt="2025-06-19T00:28:57.658" v="8" actId="2696"/>
        <pc:sldMkLst>
          <pc:docMk/>
          <pc:sldMk cId="0" sldId="264"/>
        </pc:sldMkLst>
      </pc:sldChg>
      <pc:sldChg chg="addSp delSp modSp mod">
        <pc:chgData name="Cocker, Robert" userId="383dd998-4638-40e9-8b89-1cdb79ff8613" providerId="ADAL" clId="{6CD3A413-B723-43DA-9599-4B21BE988306}" dt="2025-06-22T13:43:38.805" v="283" actId="1076"/>
        <pc:sldMkLst>
          <pc:docMk/>
          <pc:sldMk cId="0" sldId="265"/>
        </pc:sldMkLst>
        <pc:spChg chg="mod">
          <ac:chgData name="Cocker, Robert" userId="383dd998-4638-40e9-8b89-1cdb79ff8613" providerId="ADAL" clId="{6CD3A413-B723-43DA-9599-4B21BE988306}" dt="2025-06-22T12:07:33.341" v="196" actId="1076"/>
          <ac:spMkLst>
            <pc:docMk/>
            <pc:sldMk cId="0" sldId="265"/>
            <ac:spMk id="2" creationId="{00000000-0000-0000-0000-000000000000}"/>
          </ac:spMkLst>
        </pc:spChg>
        <pc:spChg chg="add mod">
          <ac:chgData name="Cocker, Robert" userId="383dd998-4638-40e9-8b89-1cdb79ff8613" providerId="ADAL" clId="{6CD3A413-B723-43DA-9599-4B21BE988306}" dt="2025-06-22T13:43:38.805" v="283" actId="1076"/>
          <ac:spMkLst>
            <pc:docMk/>
            <pc:sldMk cId="0" sldId="265"/>
            <ac:spMk id="4" creationId="{F47CBA08-46EE-A9CC-F1EB-9150DE7CF688}"/>
          </ac:spMkLst>
        </pc:spChg>
        <pc:spChg chg="add del mod">
          <ac:chgData name="Cocker, Robert" userId="383dd998-4638-40e9-8b89-1cdb79ff8613" providerId="ADAL" clId="{6CD3A413-B723-43DA-9599-4B21BE988306}" dt="2025-06-22T12:04:43.750" v="174" actId="478"/>
          <ac:spMkLst>
            <pc:docMk/>
            <pc:sldMk cId="0" sldId="265"/>
            <ac:spMk id="5" creationId="{00000000-0000-0000-0000-000000000000}"/>
          </ac:spMkLst>
        </pc:spChg>
        <pc:spChg chg="del mod">
          <ac:chgData name="Cocker, Robert" userId="383dd998-4638-40e9-8b89-1cdb79ff8613" providerId="ADAL" clId="{6CD3A413-B723-43DA-9599-4B21BE988306}" dt="2025-06-22T12:05:15.172" v="181" actId="478"/>
          <ac:spMkLst>
            <pc:docMk/>
            <pc:sldMk cId="0" sldId="265"/>
            <ac:spMk id="6" creationId="{00000000-0000-0000-0000-000000000000}"/>
          </ac:spMkLst>
        </pc:spChg>
        <pc:spChg chg="del">
          <ac:chgData name="Cocker, Robert" userId="383dd998-4638-40e9-8b89-1cdb79ff8613" providerId="ADAL" clId="{6CD3A413-B723-43DA-9599-4B21BE988306}" dt="2025-06-22T12:04:34.163" v="172" actId="478"/>
          <ac:spMkLst>
            <pc:docMk/>
            <pc:sldMk cId="0" sldId="265"/>
            <ac:spMk id="7" creationId="{00000000-0000-0000-0000-000000000000}"/>
          </ac:spMkLst>
        </pc:spChg>
        <pc:spChg chg="del mod">
          <ac:chgData name="Cocker, Robert" userId="383dd998-4638-40e9-8b89-1cdb79ff8613" providerId="ADAL" clId="{6CD3A413-B723-43DA-9599-4B21BE988306}" dt="2025-06-22T12:04:54.670" v="177" actId="478"/>
          <ac:spMkLst>
            <pc:docMk/>
            <pc:sldMk cId="0" sldId="265"/>
            <ac:spMk id="8" creationId="{00000000-0000-0000-0000-000000000000}"/>
          </ac:spMkLst>
        </pc:spChg>
        <pc:spChg chg="del mod">
          <ac:chgData name="Cocker, Robert" userId="383dd998-4638-40e9-8b89-1cdb79ff8613" providerId="ADAL" clId="{6CD3A413-B723-43DA-9599-4B21BE988306}" dt="2025-06-22T12:04:51.136" v="176" actId="478"/>
          <ac:spMkLst>
            <pc:docMk/>
            <pc:sldMk cId="0" sldId="265"/>
            <ac:spMk id="9" creationId="{00000000-0000-0000-0000-000000000000}"/>
          </ac:spMkLst>
        </pc:spChg>
        <pc:spChg chg="del mod">
          <ac:chgData name="Cocker, Robert" userId="383dd998-4638-40e9-8b89-1cdb79ff8613" providerId="ADAL" clId="{6CD3A413-B723-43DA-9599-4B21BE988306}" dt="2025-06-22T12:05:11.667" v="180" actId="478"/>
          <ac:spMkLst>
            <pc:docMk/>
            <pc:sldMk cId="0" sldId="265"/>
            <ac:spMk id="10" creationId="{00000000-0000-0000-0000-000000000000}"/>
          </ac:spMkLst>
        </pc:spChg>
        <pc:spChg chg="del">
          <ac:chgData name="Cocker, Robert" userId="383dd998-4638-40e9-8b89-1cdb79ff8613" providerId="ADAL" clId="{6CD3A413-B723-43DA-9599-4B21BE988306}" dt="2025-06-22T12:04:25.185" v="169" actId="478"/>
          <ac:spMkLst>
            <pc:docMk/>
            <pc:sldMk cId="0" sldId="265"/>
            <ac:spMk id="11" creationId="{00000000-0000-0000-0000-000000000000}"/>
          </ac:spMkLst>
        </pc:spChg>
        <pc:spChg chg="del mod">
          <ac:chgData name="Cocker, Robert" userId="383dd998-4638-40e9-8b89-1cdb79ff8613" providerId="ADAL" clId="{6CD3A413-B723-43DA-9599-4B21BE988306}" dt="2025-06-22T12:04:47.183" v="175" actId="478"/>
          <ac:spMkLst>
            <pc:docMk/>
            <pc:sldMk cId="0" sldId="265"/>
            <ac:spMk id="12" creationId="{00000000-0000-0000-0000-000000000000}"/>
          </ac:spMkLst>
        </pc:spChg>
        <pc:spChg chg="del mod">
          <ac:chgData name="Cocker, Robert" userId="383dd998-4638-40e9-8b89-1cdb79ff8613" providerId="ADAL" clId="{6CD3A413-B723-43DA-9599-4B21BE988306}" dt="2025-06-22T12:04:25.185" v="169" actId="478"/>
          <ac:spMkLst>
            <pc:docMk/>
            <pc:sldMk cId="0" sldId="265"/>
            <ac:spMk id="13" creationId="{00000000-0000-0000-0000-000000000000}"/>
          </ac:spMkLst>
        </pc:spChg>
        <pc:spChg chg="del mod">
          <ac:chgData name="Cocker, Robert" userId="383dd998-4638-40e9-8b89-1cdb79ff8613" providerId="ADAL" clId="{6CD3A413-B723-43DA-9599-4B21BE988306}" dt="2025-06-22T12:04:25.185" v="169" actId="478"/>
          <ac:spMkLst>
            <pc:docMk/>
            <pc:sldMk cId="0" sldId="265"/>
            <ac:spMk id="14" creationId="{00000000-0000-0000-0000-000000000000}"/>
          </ac:spMkLst>
        </pc:spChg>
        <pc:spChg chg="del mod">
          <ac:chgData name="Cocker, Robert" userId="383dd998-4638-40e9-8b89-1cdb79ff8613" providerId="ADAL" clId="{6CD3A413-B723-43DA-9599-4B21BE988306}" dt="2025-06-22T12:05:08.578" v="179" actId="478"/>
          <ac:spMkLst>
            <pc:docMk/>
            <pc:sldMk cId="0" sldId="265"/>
            <ac:spMk id="15" creationId="{00000000-0000-0000-0000-000000000000}"/>
          </ac:spMkLst>
        </pc:spChg>
        <pc:spChg chg="del mod">
          <ac:chgData name="Cocker, Robert" userId="383dd998-4638-40e9-8b89-1cdb79ff8613" providerId="ADAL" clId="{6CD3A413-B723-43DA-9599-4B21BE988306}" dt="2025-06-22T12:04:47.183" v="175" actId="478"/>
          <ac:spMkLst>
            <pc:docMk/>
            <pc:sldMk cId="0" sldId="265"/>
            <ac:spMk id="16" creationId="{00000000-0000-0000-0000-000000000000}"/>
          </ac:spMkLst>
        </pc:spChg>
        <pc:spChg chg="del mod">
          <ac:chgData name="Cocker, Robert" userId="383dd998-4638-40e9-8b89-1cdb79ff8613" providerId="ADAL" clId="{6CD3A413-B723-43DA-9599-4B21BE988306}" dt="2025-06-22T12:04:25.185" v="169" actId="478"/>
          <ac:spMkLst>
            <pc:docMk/>
            <pc:sldMk cId="0" sldId="265"/>
            <ac:spMk id="17" creationId="{00000000-0000-0000-0000-000000000000}"/>
          </ac:spMkLst>
        </pc:spChg>
        <pc:spChg chg="del mod">
          <ac:chgData name="Cocker, Robert" userId="383dd998-4638-40e9-8b89-1cdb79ff8613" providerId="ADAL" clId="{6CD3A413-B723-43DA-9599-4B21BE988306}" dt="2025-06-22T12:04:54.670" v="177" actId="478"/>
          <ac:spMkLst>
            <pc:docMk/>
            <pc:sldMk cId="0" sldId="265"/>
            <ac:spMk id="18" creationId="{00000000-0000-0000-0000-000000000000}"/>
          </ac:spMkLst>
        </pc:spChg>
        <pc:spChg chg="del mod">
          <ac:chgData name="Cocker, Robert" userId="383dd998-4638-40e9-8b89-1cdb79ff8613" providerId="ADAL" clId="{6CD3A413-B723-43DA-9599-4B21BE988306}" dt="2025-06-22T12:05:05.637" v="178" actId="478"/>
          <ac:spMkLst>
            <pc:docMk/>
            <pc:sldMk cId="0" sldId="265"/>
            <ac:spMk id="19" creationId="{00000000-0000-0000-0000-000000000000}"/>
          </ac:spMkLst>
        </pc:spChg>
        <pc:spChg chg="del mod">
          <ac:chgData name="Cocker, Robert" userId="383dd998-4638-40e9-8b89-1cdb79ff8613" providerId="ADAL" clId="{6CD3A413-B723-43DA-9599-4B21BE988306}" dt="2025-06-22T12:04:30.762" v="171" actId="478"/>
          <ac:spMkLst>
            <pc:docMk/>
            <pc:sldMk cId="0" sldId="265"/>
            <ac:spMk id="20" creationId="{00000000-0000-0000-0000-000000000000}"/>
          </ac:spMkLst>
        </pc:spChg>
        <pc:spChg chg="del mod">
          <ac:chgData name="Cocker, Robert" userId="383dd998-4638-40e9-8b89-1cdb79ff8613" providerId="ADAL" clId="{6CD3A413-B723-43DA-9599-4B21BE988306}" dt="2025-06-22T12:04:51.136" v="176" actId="478"/>
          <ac:spMkLst>
            <pc:docMk/>
            <pc:sldMk cId="0" sldId="265"/>
            <ac:spMk id="21" creationId="{00000000-0000-0000-0000-000000000000}"/>
          </ac:spMkLst>
        </pc:spChg>
        <pc:spChg chg="add del mod">
          <ac:chgData name="Cocker, Robert" userId="383dd998-4638-40e9-8b89-1cdb79ff8613" providerId="ADAL" clId="{6CD3A413-B723-43DA-9599-4B21BE988306}" dt="2025-06-22T12:04:02.992" v="168" actId="478"/>
          <ac:spMkLst>
            <pc:docMk/>
            <pc:sldMk cId="0" sldId="265"/>
            <ac:spMk id="22" creationId="{00000000-0000-0000-0000-000000000000}"/>
          </ac:spMkLst>
        </pc:spChg>
      </pc:sldChg>
      <pc:sldChg chg="addSp delSp modSp new del mod">
        <pc:chgData name="Cocker, Robert" userId="383dd998-4638-40e9-8b89-1cdb79ff8613" providerId="ADAL" clId="{6CD3A413-B723-43DA-9599-4B21BE988306}" dt="2025-06-19T00:33:20.078" v="58" actId="680"/>
        <pc:sldMkLst>
          <pc:docMk/>
          <pc:sldMk cId="408296808" sldId="266"/>
        </pc:sldMkLst>
      </pc:sldChg>
      <pc:sldChg chg="modSp add del mod">
        <pc:chgData name="Cocker, Robert" userId="383dd998-4638-40e9-8b89-1cdb79ff8613" providerId="ADAL" clId="{6CD3A413-B723-43DA-9599-4B21BE988306}" dt="2025-06-22T12:10:04.126" v="233" actId="2696"/>
        <pc:sldMkLst>
          <pc:docMk/>
          <pc:sldMk cId="2253514609" sldId="266"/>
        </pc:sldMkLst>
      </pc:sldChg>
      <pc:sldChg chg="add del">
        <pc:chgData name="Cocker, Robert" userId="383dd998-4638-40e9-8b89-1cdb79ff8613" providerId="ADAL" clId="{6CD3A413-B723-43DA-9599-4B21BE988306}" dt="2025-06-19T00:40:00.976" v="98" actId="2696"/>
        <pc:sldMkLst>
          <pc:docMk/>
          <pc:sldMk cId="2350977344" sldId="266"/>
        </pc:sldMkLst>
      </pc:sldChg>
      <pc:sldChg chg="addSp modSp mod">
        <pc:chgData name="Cocker, Robert" userId="383dd998-4638-40e9-8b89-1cdb79ff8613" providerId="ADAL" clId="{6CD3A413-B723-43DA-9599-4B21BE988306}" dt="2025-06-22T13:44:43.045" v="289" actId="20577"/>
        <pc:sldMkLst>
          <pc:docMk/>
          <pc:sldMk cId="1491122633" sldId="267"/>
        </pc:sldMkLst>
        <pc:spChg chg="add mod">
          <ac:chgData name="Cocker, Robert" userId="383dd998-4638-40e9-8b89-1cdb79ff8613" providerId="ADAL" clId="{6CD3A413-B723-43DA-9599-4B21BE988306}" dt="2025-06-22T12:14:11.486" v="270" actId="2711"/>
          <ac:spMkLst>
            <pc:docMk/>
            <pc:sldMk cId="1491122633" sldId="267"/>
            <ac:spMk id="2" creationId="{D0FBA200-98BB-DB89-E1BD-F64236FC94A4}"/>
          </ac:spMkLst>
        </pc:spChg>
        <pc:spChg chg="add mod">
          <ac:chgData name="Cocker, Robert" userId="383dd998-4638-40e9-8b89-1cdb79ff8613" providerId="ADAL" clId="{6CD3A413-B723-43DA-9599-4B21BE988306}" dt="2025-06-22T13:44:43.045" v="289" actId="20577"/>
          <ac:spMkLst>
            <pc:docMk/>
            <pc:sldMk cId="1491122633" sldId="267"/>
            <ac:spMk id="4" creationId="{5D355206-19D8-49CA-440F-990EB1F0CD67}"/>
          </ac:spMkLst>
        </pc:spChg>
      </pc:sldChg>
      <pc:sldChg chg="modSp add mod">
        <pc:chgData name="Cocker, Robert" userId="383dd998-4638-40e9-8b89-1cdb79ff8613" providerId="ADAL" clId="{6CD3A413-B723-43DA-9599-4B21BE988306}" dt="2025-06-19T01:08:17.009" v="158" actId="255"/>
        <pc:sldMkLst>
          <pc:docMk/>
          <pc:sldMk cId="4174583165" sldId="267"/>
        </pc:sldMkLst>
      </pc:sldChg>
    </pc:docChg>
  </pc:docChgLst>
  <pc:docChgLst>
    <pc:chgData name="Cocker, Robert" userId="S::robert.cocker@mavs.uta.edu::383dd998-4638-40e9-8b89-1cdb79ff8613" providerId="AD" clId="Web-{1DFE50B5-42B8-2FC5-446C-7BF54C062702}"/>
    <pc:docChg chg="modSld addMainMaster delMainMaster">
      <pc:chgData name="Cocker, Robert" userId="S::robert.cocker@mavs.uta.edu::383dd998-4638-40e9-8b89-1cdb79ff8613" providerId="AD" clId="Web-{1DFE50B5-42B8-2FC5-446C-7BF54C062702}" dt="2025-06-23T06:16:56.851" v="137" actId="1076"/>
      <pc:docMkLst>
        <pc:docMk/>
      </pc:docMkLst>
      <pc:sldChg chg="addSp delSp modSp mod setBg modClrScheme chgLayout">
        <pc:chgData name="Cocker, Robert" userId="S::robert.cocker@mavs.uta.edu::383dd998-4638-40e9-8b89-1cdb79ff8613" providerId="AD" clId="Web-{1DFE50B5-42B8-2FC5-446C-7BF54C062702}" dt="2025-06-23T06:14:04.335" v="126" actId="20577"/>
        <pc:sldMkLst>
          <pc:docMk/>
          <pc:sldMk cId="0" sldId="265"/>
        </pc:sldMkLst>
        <pc:spChg chg="mod ord">
          <ac:chgData name="Cocker, Robert" userId="S::robert.cocker@mavs.uta.edu::383dd998-4638-40e9-8b89-1cdb79ff8613" providerId="AD" clId="Web-{1DFE50B5-42B8-2FC5-446C-7BF54C062702}" dt="2025-06-23T06:13:50.898" v="124"/>
          <ac:spMkLst>
            <pc:docMk/>
            <pc:sldMk cId="0" sldId="265"/>
            <ac:spMk id="3" creationId="{62617241-0AD7-E1A8-AB38-7BA1BB6E8F44}"/>
          </ac:spMkLst>
        </pc:spChg>
        <pc:spChg chg="mod ord">
          <ac:chgData name="Cocker, Robert" userId="S::robert.cocker@mavs.uta.edu::383dd998-4638-40e9-8b89-1cdb79ff8613" providerId="AD" clId="Web-{1DFE50B5-42B8-2FC5-446C-7BF54C062702}" dt="2025-06-23T06:14:04.335" v="126" actId="20577"/>
          <ac:spMkLst>
            <pc:docMk/>
            <pc:sldMk cId="0" sldId="265"/>
            <ac:spMk id="5" creationId="{1901573B-FE7A-8766-850C-37C43F7197D7}"/>
          </ac:spMkLst>
        </pc:spChg>
        <pc:spChg chg="add del">
          <ac:chgData name="Cocker, Robert" userId="S::robert.cocker@mavs.uta.edu::383dd998-4638-40e9-8b89-1cdb79ff8613" providerId="AD" clId="Web-{1DFE50B5-42B8-2FC5-446C-7BF54C062702}" dt="2025-06-23T06:09:40.508" v="115"/>
          <ac:spMkLst>
            <pc:docMk/>
            <pc:sldMk cId="0" sldId="265"/>
            <ac:spMk id="24" creationId="{AC06C169-D638-4037-8007-8B00C2FC528F}"/>
          </ac:spMkLst>
        </pc:spChg>
        <pc:spChg chg="add del">
          <ac:chgData name="Cocker, Robert" userId="S::robert.cocker@mavs.uta.edu::383dd998-4638-40e9-8b89-1cdb79ff8613" providerId="AD" clId="Web-{1DFE50B5-42B8-2FC5-446C-7BF54C062702}" dt="2025-06-23T06:10:03.351" v="117"/>
          <ac:spMkLst>
            <pc:docMk/>
            <pc:sldMk cId="0" sldId="265"/>
            <ac:spMk id="30" creationId="{F3798573-F27B-47EB-8EA4-7EE34954C2D6}"/>
          </ac:spMkLst>
        </pc:spChg>
        <pc:spChg chg="add del">
          <ac:chgData name="Cocker, Robert" userId="S::robert.cocker@mavs.uta.edu::383dd998-4638-40e9-8b89-1cdb79ff8613" providerId="AD" clId="Web-{1DFE50B5-42B8-2FC5-446C-7BF54C062702}" dt="2025-06-23T06:10:03.351" v="117"/>
          <ac:spMkLst>
            <pc:docMk/>
            <pc:sldMk cId="0" sldId="265"/>
            <ac:spMk id="31" creationId="{6BAB8189-D27D-423E-B154-5E4DFD3F5045}"/>
          </ac:spMkLst>
        </pc:spChg>
        <pc:spChg chg="add del">
          <ac:chgData name="Cocker, Robert" userId="S::robert.cocker@mavs.uta.edu::383dd998-4638-40e9-8b89-1cdb79ff8613" providerId="AD" clId="Web-{1DFE50B5-42B8-2FC5-446C-7BF54C062702}" dt="2025-06-23T06:10:03.351" v="117"/>
          <ac:spMkLst>
            <pc:docMk/>
            <pc:sldMk cId="0" sldId="265"/>
            <ac:spMk id="34" creationId="{7DD20243-46C6-46E5-A705-B67ADDC8886B}"/>
          </ac:spMkLst>
        </pc:spChg>
        <pc:spChg chg="add del">
          <ac:chgData name="Cocker, Robert" userId="S::robert.cocker@mavs.uta.edu::383dd998-4638-40e9-8b89-1cdb79ff8613" providerId="AD" clId="Web-{1DFE50B5-42B8-2FC5-446C-7BF54C062702}" dt="2025-06-23T06:10:03.351" v="117"/>
          <ac:spMkLst>
            <pc:docMk/>
            <pc:sldMk cId="0" sldId="265"/>
            <ac:spMk id="35" creationId="{923E8915-D2AA-4327-A45A-972C3CA9574B}"/>
          </ac:spMkLst>
        </pc:spChg>
        <pc:spChg chg="add del">
          <ac:chgData name="Cocker, Robert" userId="S::robert.cocker@mavs.uta.edu::383dd998-4638-40e9-8b89-1cdb79ff8613" providerId="AD" clId="Web-{1DFE50B5-42B8-2FC5-446C-7BF54C062702}" dt="2025-06-23T06:10:03.351" v="117"/>
          <ac:spMkLst>
            <pc:docMk/>
            <pc:sldMk cId="0" sldId="265"/>
            <ac:spMk id="36" creationId="{8302FC3C-9804-4950-B721-5FD704BA6065}"/>
          </ac:spMkLst>
        </pc:spChg>
        <pc:spChg chg="add del">
          <ac:chgData name="Cocker, Robert" userId="S::robert.cocker@mavs.uta.edu::383dd998-4638-40e9-8b89-1cdb79ff8613" providerId="AD" clId="Web-{1DFE50B5-42B8-2FC5-446C-7BF54C062702}" dt="2025-06-23T06:13:50.898" v="124"/>
          <ac:spMkLst>
            <pc:docMk/>
            <pc:sldMk cId="0" sldId="265"/>
            <ac:spMk id="39" creationId="{AC06C169-D638-4037-8007-8B00C2FC528F}"/>
          </ac:spMkLst>
        </pc:spChg>
        <pc:spChg chg="add del">
          <ac:chgData name="Cocker, Robert" userId="S::robert.cocker@mavs.uta.edu::383dd998-4638-40e9-8b89-1cdb79ff8613" providerId="AD" clId="Web-{1DFE50B5-42B8-2FC5-446C-7BF54C062702}" dt="2025-06-23T06:13:50.882" v="123"/>
          <ac:spMkLst>
            <pc:docMk/>
            <pc:sldMk cId="0" sldId="265"/>
            <ac:spMk id="44" creationId="{AC06C169-D638-4037-8007-8B00C2FC528F}"/>
          </ac:spMkLst>
        </pc:spChg>
        <pc:spChg chg="add">
          <ac:chgData name="Cocker, Robert" userId="S::robert.cocker@mavs.uta.edu::383dd998-4638-40e9-8b89-1cdb79ff8613" providerId="AD" clId="Web-{1DFE50B5-42B8-2FC5-446C-7BF54C062702}" dt="2025-06-23T06:13:50.898" v="124"/>
          <ac:spMkLst>
            <pc:docMk/>
            <pc:sldMk cId="0" sldId="265"/>
            <ac:spMk id="46" creationId="{CD27016D-8944-473D-B3BF-38905804FF16}"/>
          </ac:spMkLst>
        </pc:spChg>
        <pc:picChg chg="add del">
          <ac:chgData name="Cocker, Robert" userId="S::robert.cocker@mavs.uta.edu::383dd998-4638-40e9-8b89-1cdb79ff8613" providerId="AD" clId="Web-{1DFE50B5-42B8-2FC5-446C-7BF54C062702}" dt="2025-06-23T06:09:40.508" v="115"/>
          <ac:picMkLst>
            <pc:docMk/>
            <pc:sldMk cId="0" sldId="265"/>
            <ac:picMk id="23" creationId="{75408EB4-3008-7086-C56F-28B72A6A7AD2}"/>
          </ac:picMkLst>
        </pc:picChg>
        <pc:picChg chg="add del">
          <ac:chgData name="Cocker, Robert" userId="S::robert.cocker@mavs.uta.edu::383dd998-4638-40e9-8b89-1cdb79ff8613" providerId="AD" clId="Web-{1DFE50B5-42B8-2FC5-446C-7BF54C062702}" dt="2025-06-23T06:10:03.351" v="117"/>
          <ac:picMkLst>
            <pc:docMk/>
            <pc:sldMk cId="0" sldId="265"/>
            <ac:picMk id="27" creationId="{2753EF2A-E126-4B21-AC3D-7BF4258F6DFF}"/>
          </ac:picMkLst>
        </pc:picChg>
        <pc:picChg chg="add del">
          <ac:chgData name="Cocker, Robert" userId="S::robert.cocker@mavs.uta.edu::383dd998-4638-40e9-8b89-1cdb79ff8613" providerId="AD" clId="Web-{1DFE50B5-42B8-2FC5-446C-7BF54C062702}" dt="2025-06-23T06:10:03.351" v="117"/>
          <ac:picMkLst>
            <pc:docMk/>
            <pc:sldMk cId="0" sldId="265"/>
            <ac:picMk id="29" creationId="{3BBC4FB4-19BD-4626-A293-D8411F0E28CC}"/>
          </ac:picMkLst>
        </pc:picChg>
        <pc:picChg chg="add del">
          <ac:chgData name="Cocker, Robert" userId="S::robert.cocker@mavs.uta.edu::383dd998-4638-40e9-8b89-1cdb79ff8613" providerId="AD" clId="Web-{1DFE50B5-42B8-2FC5-446C-7BF54C062702}" dt="2025-06-23T06:10:03.351" v="117"/>
          <ac:picMkLst>
            <pc:docMk/>
            <pc:sldMk cId="0" sldId="265"/>
            <ac:picMk id="33" creationId="{6AF0C8C1-0967-4B1A-9850-8B4AF2F3F3AC}"/>
          </ac:picMkLst>
        </pc:picChg>
        <pc:picChg chg="add mod ord">
          <ac:chgData name="Cocker, Robert" userId="S::robert.cocker@mavs.uta.edu::383dd998-4638-40e9-8b89-1cdb79ff8613" providerId="AD" clId="Web-{1DFE50B5-42B8-2FC5-446C-7BF54C062702}" dt="2025-06-23T06:13:50.898" v="124"/>
          <ac:picMkLst>
            <pc:docMk/>
            <pc:sldMk cId="0" sldId="265"/>
            <ac:picMk id="38" creationId="{75408EB4-3008-7086-C56F-28B72A6A7AD2}"/>
          </ac:picMkLst>
        </pc:picChg>
      </pc:sldChg>
      <pc:sldChg chg="modSp mod modClrScheme chgLayout">
        <pc:chgData name="Cocker, Robert" userId="S::robert.cocker@mavs.uta.edu::383dd998-4638-40e9-8b89-1cdb79ff8613" providerId="AD" clId="Web-{1DFE50B5-42B8-2FC5-446C-7BF54C062702}" dt="2025-06-23T06:16:29.819" v="135" actId="1076"/>
        <pc:sldMkLst>
          <pc:docMk/>
          <pc:sldMk cId="1491122633" sldId="267"/>
        </pc:sldMkLst>
        <pc:spChg chg="mod">
          <ac:chgData name="Cocker, Robert" userId="S::robert.cocker@mavs.uta.edu::383dd998-4638-40e9-8b89-1cdb79ff8613" providerId="AD" clId="Web-{1DFE50B5-42B8-2FC5-446C-7BF54C062702}" dt="2025-06-23T06:16:29.819" v="135" actId="1076"/>
          <ac:spMkLst>
            <pc:docMk/>
            <pc:sldMk cId="1491122633" sldId="267"/>
            <ac:spMk id="2" creationId="{D0FBA200-98BB-DB89-E1BD-F64236FC94A4}"/>
          </ac:spMkLst>
        </pc:spChg>
        <pc:spChg chg="mod">
          <ac:chgData name="Cocker, Robert" userId="S::robert.cocker@mavs.uta.edu::383dd998-4638-40e9-8b89-1cdb79ff8613" providerId="AD" clId="Web-{1DFE50B5-42B8-2FC5-446C-7BF54C062702}" dt="2025-06-23T06:16:21.648" v="134" actId="20577"/>
          <ac:spMkLst>
            <pc:docMk/>
            <pc:sldMk cId="1491122633" sldId="267"/>
            <ac:spMk id="4" creationId="{5D355206-19D8-49CA-440F-990EB1F0CD67}"/>
          </ac:spMkLst>
        </pc:spChg>
      </pc:sldChg>
      <pc:sldChg chg="addSp delSp modSp mod setBg modClrScheme setClrOvrMap chgLayout">
        <pc:chgData name="Cocker, Robert" userId="S::robert.cocker@mavs.uta.edu::383dd998-4638-40e9-8b89-1cdb79ff8613" providerId="AD" clId="Web-{1DFE50B5-42B8-2FC5-446C-7BF54C062702}" dt="2025-06-23T06:16:56.851" v="137" actId="1076"/>
        <pc:sldMkLst>
          <pc:docMk/>
          <pc:sldMk cId="601762950" sldId="268"/>
        </pc:sldMkLst>
        <pc:spChg chg="mod">
          <ac:chgData name="Cocker, Robert" userId="S::robert.cocker@mavs.uta.edu::383dd998-4638-40e9-8b89-1cdb79ff8613" providerId="AD" clId="Web-{1DFE50B5-42B8-2FC5-446C-7BF54C062702}" dt="2025-06-23T06:16:56.851" v="137" actId="1076"/>
          <ac:spMkLst>
            <pc:docMk/>
            <pc:sldMk cId="601762950" sldId="268"/>
            <ac:spMk id="2" creationId="{00000000-0000-0000-0000-000000000000}"/>
          </ac:spMkLst>
        </pc:spChg>
        <pc:spChg chg="del">
          <ac:chgData name="Cocker, Robert" userId="S::robert.cocker@mavs.uta.edu::383dd998-4638-40e9-8b89-1cdb79ff8613" providerId="AD" clId="Web-{1DFE50B5-42B8-2FC5-446C-7BF54C062702}" dt="2025-06-23T06:05:59.024" v="90"/>
          <ac:spMkLst>
            <pc:docMk/>
            <pc:sldMk cId="601762950" sldId="268"/>
            <ac:spMk id="3" creationId="{62617241-0AD7-E1A8-AB38-7BA1BB6E8F44}"/>
          </ac:spMkLst>
        </pc:spChg>
        <pc:spChg chg="add del mod">
          <ac:chgData name="Cocker, Robert" userId="S::robert.cocker@mavs.uta.edu::383dd998-4638-40e9-8b89-1cdb79ff8613" providerId="AD" clId="Web-{1DFE50B5-42B8-2FC5-446C-7BF54C062702}" dt="2025-06-23T06:15:44.351" v="131" actId="20577"/>
          <ac:spMkLst>
            <pc:docMk/>
            <pc:sldMk cId="601762950" sldId="268"/>
            <ac:spMk id="4" creationId="{F47CBA08-46EE-A9CC-F1EB-9150DE7CF688}"/>
          </ac:spMkLst>
        </pc:spChg>
        <pc:spChg chg="del">
          <ac:chgData name="Cocker, Robert" userId="S::robert.cocker@mavs.uta.edu::383dd998-4638-40e9-8b89-1cdb79ff8613" providerId="AD" clId="Web-{1DFE50B5-42B8-2FC5-446C-7BF54C062702}" dt="2025-06-23T06:06:01.633" v="91"/>
          <ac:spMkLst>
            <pc:docMk/>
            <pc:sldMk cId="601762950" sldId="268"/>
            <ac:spMk id="5" creationId="{1901573B-FE7A-8766-850C-37C43F7197D7}"/>
          </ac:spMkLst>
        </pc:spChg>
        <pc:spChg chg="add del">
          <ac:chgData name="Cocker, Robert" userId="S::robert.cocker@mavs.uta.edu::383dd998-4638-40e9-8b89-1cdb79ff8613" providerId="AD" clId="Web-{1DFE50B5-42B8-2FC5-446C-7BF54C062702}" dt="2025-06-23T06:14:58.991" v="128"/>
          <ac:spMkLst>
            <pc:docMk/>
            <pc:sldMk cId="601762950" sldId="268"/>
            <ac:spMk id="14" creationId="{5F27C211-3B72-4D83-B617-D63B404ADC43}"/>
          </ac:spMkLst>
        </pc:spChg>
        <pc:spChg chg="add del">
          <ac:chgData name="Cocker, Robert" userId="S::robert.cocker@mavs.uta.edu::383dd998-4638-40e9-8b89-1cdb79ff8613" providerId="AD" clId="Web-{1DFE50B5-42B8-2FC5-446C-7BF54C062702}" dt="2025-06-23T06:14:58.991" v="128"/>
          <ac:spMkLst>
            <pc:docMk/>
            <pc:sldMk cId="601762950" sldId="268"/>
            <ac:spMk id="20" creationId="{8B24F55B-6511-4781-950F-F000AB52E857}"/>
          </ac:spMkLst>
        </pc:spChg>
        <pc:spChg chg="add del">
          <ac:chgData name="Cocker, Robert" userId="S::robert.cocker@mavs.uta.edu::383dd998-4638-40e9-8b89-1cdb79ff8613" providerId="AD" clId="Web-{1DFE50B5-42B8-2FC5-446C-7BF54C062702}" dt="2025-06-23T06:14:58.991" v="128"/>
          <ac:spMkLst>
            <pc:docMk/>
            <pc:sldMk cId="601762950" sldId="268"/>
            <ac:spMk id="22" creationId="{FE4EC82A-4C8C-4C89-84E5-F167F921BB24}"/>
          </ac:spMkLst>
        </pc:spChg>
        <pc:spChg chg="add del">
          <ac:chgData name="Cocker, Robert" userId="S::robert.cocker@mavs.uta.edu::383dd998-4638-40e9-8b89-1cdb79ff8613" providerId="AD" clId="Web-{1DFE50B5-42B8-2FC5-446C-7BF54C062702}" dt="2025-06-23T06:14:58.991" v="128"/>
          <ac:spMkLst>
            <pc:docMk/>
            <pc:sldMk cId="601762950" sldId="268"/>
            <ac:spMk id="24" creationId="{20274AE2-B8C3-42B7-A71C-2E111FA46057}"/>
          </ac:spMkLst>
        </pc:spChg>
        <pc:spChg chg="add del">
          <ac:chgData name="Cocker, Robert" userId="S::robert.cocker@mavs.uta.edu::383dd998-4638-40e9-8b89-1cdb79ff8613" providerId="AD" clId="Web-{1DFE50B5-42B8-2FC5-446C-7BF54C062702}" dt="2025-06-23T06:14:58.991" v="128"/>
          <ac:spMkLst>
            <pc:docMk/>
            <pc:sldMk cId="601762950" sldId="268"/>
            <ac:spMk id="26" creationId="{B1C4F06D-9A48-4DB4-BB8C-E7FD6E58D748}"/>
          </ac:spMkLst>
        </pc:spChg>
        <pc:spChg chg="add del">
          <ac:chgData name="Cocker, Robert" userId="S::robert.cocker@mavs.uta.edu::383dd998-4638-40e9-8b89-1cdb79ff8613" providerId="AD" clId="Web-{1DFE50B5-42B8-2FC5-446C-7BF54C062702}" dt="2025-06-23T06:14:58.991" v="128"/>
          <ac:spMkLst>
            <pc:docMk/>
            <pc:sldMk cId="601762950" sldId="268"/>
            <ac:spMk id="28" creationId="{998CBEAC-6AB1-4AD1-AD3D-FF124A71AF2F}"/>
          </ac:spMkLst>
        </pc:spChg>
        <pc:picChg chg="add del">
          <ac:chgData name="Cocker, Robert" userId="S::robert.cocker@mavs.uta.edu::383dd998-4638-40e9-8b89-1cdb79ff8613" providerId="AD" clId="Web-{1DFE50B5-42B8-2FC5-446C-7BF54C062702}" dt="2025-06-23T06:14:58.991" v="128"/>
          <ac:picMkLst>
            <pc:docMk/>
            <pc:sldMk cId="601762950" sldId="268"/>
            <ac:picMk id="12" creationId="{515B249B-C1B9-4C06-93BC-5B0FE82FC834}"/>
          </ac:picMkLst>
        </pc:picChg>
        <pc:picChg chg="add del">
          <ac:chgData name="Cocker, Robert" userId="S::robert.cocker@mavs.uta.edu::383dd998-4638-40e9-8b89-1cdb79ff8613" providerId="AD" clId="Web-{1DFE50B5-42B8-2FC5-446C-7BF54C062702}" dt="2025-06-23T06:14:58.991" v="128"/>
          <ac:picMkLst>
            <pc:docMk/>
            <pc:sldMk cId="601762950" sldId="268"/>
            <ac:picMk id="16" creationId="{063669BB-B593-41AA-88AF-DF4F5E26B3EB}"/>
          </ac:picMkLst>
        </pc:picChg>
      </pc:sldChg>
      <pc:sldMasterChg chg="del delSldLayout">
        <pc:chgData name="Cocker, Robert" userId="S::robert.cocker@mavs.uta.edu::383dd998-4638-40e9-8b89-1cdb79ff8613" providerId="AD" clId="Web-{1DFE50B5-42B8-2FC5-446C-7BF54C062702}" dt="2025-06-23T06:06:13.508" v="92"/>
        <pc:sldMasterMkLst>
          <pc:docMk/>
          <pc:sldMasterMk cId="2688306333" sldId="2147483783"/>
        </pc:sldMasterMkLst>
        <pc:sldLayoutChg chg="del">
          <pc:chgData name="Cocker, Robert" userId="S::robert.cocker@mavs.uta.edu::383dd998-4638-40e9-8b89-1cdb79ff8613" providerId="AD" clId="Web-{1DFE50B5-42B8-2FC5-446C-7BF54C062702}" dt="2025-06-23T06:06:13.508" v="92"/>
          <pc:sldLayoutMkLst>
            <pc:docMk/>
            <pc:sldMasterMk cId="2688306333" sldId="2147483783"/>
            <pc:sldLayoutMk cId="1820081976" sldId="2147483784"/>
          </pc:sldLayoutMkLst>
        </pc:sldLayoutChg>
        <pc:sldLayoutChg chg="del">
          <pc:chgData name="Cocker, Robert" userId="S::robert.cocker@mavs.uta.edu::383dd998-4638-40e9-8b89-1cdb79ff8613" providerId="AD" clId="Web-{1DFE50B5-42B8-2FC5-446C-7BF54C062702}" dt="2025-06-23T06:06:13.508" v="92"/>
          <pc:sldLayoutMkLst>
            <pc:docMk/>
            <pc:sldMasterMk cId="2688306333" sldId="2147483783"/>
            <pc:sldLayoutMk cId="3236974053" sldId="2147483785"/>
          </pc:sldLayoutMkLst>
        </pc:sldLayoutChg>
        <pc:sldLayoutChg chg="del">
          <pc:chgData name="Cocker, Robert" userId="S::robert.cocker@mavs.uta.edu::383dd998-4638-40e9-8b89-1cdb79ff8613" providerId="AD" clId="Web-{1DFE50B5-42B8-2FC5-446C-7BF54C062702}" dt="2025-06-23T06:06:13.508" v="92"/>
          <pc:sldLayoutMkLst>
            <pc:docMk/>
            <pc:sldMasterMk cId="2688306333" sldId="2147483783"/>
            <pc:sldLayoutMk cId="2050994014" sldId="2147483786"/>
          </pc:sldLayoutMkLst>
        </pc:sldLayoutChg>
        <pc:sldLayoutChg chg="del">
          <pc:chgData name="Cocker, Robert" userId="S::robert.cocker@mavs.uta.edu::383dd998-4638-40e9-8b89-1cdb79ff8613" providerId="AD" clId="Web-{1DFE50B5-42B8-2FC5-446C-7BF54C062702}" dt="2025-06-23T06:06:13.508" v="92"/>
          <pc:sldLayoutMkLst>
            <pc:docMk/>
            <pc:sldMasterMk cId="2688306333" sldId="2147483783"/>
            <pc:sldLayoutMk cId="3611358209" sldId="2147483787"/>
          </pc:sldLayoutMkLst>
        </pc:sldLayoutChg>
        <pc:sldLayoutChg chg="del">
          <pc:chgData name="Cocker, Robert" userId="S::robert.cocker@mavs.uta.edu::383dd998-4638-40e9-8b89-1cdb79ff8613" providerId="AD" clId="Web-{1DFE50B5-42B8-2FC5-446C-7BF54C062702}" dt="2025-06-23T06:06:13.508" v="92"/>
          <pc:sldLayoutMkLst>
            <pc:docMk/>
            <pc:sldMasterMk cId="2688306333" sldId="2147483783"/>
            <pc:sldLayoutMk cId="3467483989" sldId="2147483788"/>
          </pc:sldLayoutMkLst>
        </pc:sldLayoutChg>
        <pc:sldLayoutChg chg="del">
          <pc:chgData name="Cocker, Robert" userId="S::robert.cocker@mavs.uta.edu::383dd998-4638-40e9-8b89-1cdb79ff8613" providerId="AD" clId="Web-{1DFE50B5-42B8-2FC5-446C-7BF54C062702}" dt="2025-06-23T06:06:13.508" v="92"/>
          <pc:sldLayoutMkLst>
            <pc:docMk/>
            <pc:sldMasterMk cId="2688306333" sldId="2147483783"/>
            <pc:sldLayoutMk cId="2289107690" sldId="2147483789"/>
          </pc:sldLayoutMkLst>
        </pc:sldLayoutChg>
        <pc:sldLayoutChg chg="del">
          <pc:chgData name="Cocker, Robert" userId="S::robert.cocker@mavs.uta.edu::383dd998-4638-40e9-8b89-1cdb79ff8613" providerId="AD" clId="Web-{1DFE50B5-42B8-2FC5-446C-7BF54C062702}" dt="2025-06-23T06:06:13.508" v="92"/>
          <pc:sldLayoutMkLst>
            <pc:docMk/>
            <pc:sldMasterMk cId="2688306333" sldId="2147483783"/>
            <pc:sldLayoutMk cId="3315890340" sldId="2147483790"/>
          </pc:sldLayoutMkLst>
        </pc:sldLayoutChg>
        <pc:sldLayoutChg chg="del">
          <pc:chgData name="Cocker, Robert" userId="S::robert.cocker@mavs.uta.edu::383dd998-4638-40e9-8b89-1cdb79ff8613" providerId="AD" clId="Web-{1DFE50B5-42B8-2FC5-446C-7BF54C062702}" dt="2025-06-23T06:06:13.508" v="92"/>
          <pc:sldLayoutMkLst>
            <pc:docMk/>
            <pc:sldMasterMk cId="2688306333" sldId="2147483783"/>
            <pc:sldLayoutMk cId="2045530112" sldId="2147483791"/>
          </pc:sldLayoutMkLst>
        </pc:sldLayoutChg>
        <pc:sldLayoutChg chg="del">
          <pc:chgData name="Cocker, Robert" userId="S::robert.cocker@mavs.uta.edu::383dd998-4638-40e9-8b89-1cdb79ff8613" providerId="AD" clId="Web-{1DFE50B5-42B8-2FC5-446C-7BF54C062702}" dt="2025-06-23T06:06:13.508" v="92"/>
          <pc:sldLayoutMkLst>
            <pc:docMk/>
            <pc:sldMasterMk cId="2688306333" sldId="2147483783"/>
            <pc:sldLayoutMk cId="1589641286" sldId="2147483792"/>
          </pc:sldLayoutMkLst>
        </pc:sldLayoutChg>
        <pc:sldLayoutChg chg="del">
          <pc:chgData name="Cocker, Robert" userId="S::robert.cocker@mavs.uta.edu::383dd998-4638-40e9-8b89-1cdb79ff8613" providerId="AD" clId="Web-{1DFE50B5-42B8-2FC5-446C-7BF54C062702}" dt="2025-06-23T06:06:13.508" v="92"/>
          <pc:sldLayoutMkLst>
            <pc:docMk/>
            <pc:sldMasterMk cId="2688306333" sldId="2147483783"/>
            <pc:sldLayoutMk cId="3983494999" sldId="2147483793"/>
          </pc:sldLayoutMkLst>
        </pc:sldLayoutChg>
        <pc:sldLayoutChg chg="del">
          <pc:chgData name="Cocker, Robert" userId="S::robert.cocker@mavs.uta.edu::383dd998-4638-40e9-8b89-1cdb79ff8613" providerId="AD" clId="Web-{1DFE50B5-42B8-2FC5-446C-7BF54C062702}" dt="2025-06-23T06:06:13.508" v="92"/>
          <pc:sldLayoutMkLst>
            <pc:docMk/>
            <pc:sldMasterMk cId="2688306333" sldId="2147483783"/>
            <pc:sldLayoutMk cId="2662515071" sldId="2147483794"/>
          </pc:sldLayoutMkLst>
        </pc:sldLayoutChg>
        <pc:sldLayoutChg chg="del">
          <pc:chgData name="Cocker, Robert" userId="S::robert.cocker@mavs.uta.edu::383dd998-4638-40e9-8b89-1cdb79ff8613" providerId="AD" clId="Web-{1DFE50B5-42B8-2FC5-446C-7BF54C062702}" dt="2025-06-23T06:06:13.508" v="92"/>
          <pc:sldLayoutMkLst>
            <pc:docMk/>
            <pc:sldMasterMk cId="2688306333" sldId="2147483783"/>
            <pc:sldLayoutMk cId="212371288" sldId="2147483795"/>
          </pc:sldLayoutMkLst>
        </pc:sldLayoutChg>
        <pc:sldLayoutChg chg="del">
          <pc:chgData name="Cocker, Robert" userId="S::robert.cocker@mavs.uta.edu::383dd998-4638-40e9-8b89-1cdb79ff8613" providerId="AD" clId="Web-{1DFE50B5-42B8-2FC5-446C-7BF54C062702}" dt="2025-06-23T06:06:13.508" v="92"/>
          <pc:sldLayoutMkLst>
            <pc:docMk/>
            <pc:sldMasterMk cId="2688306333" sldId="2147483783"/>
            <pc:sldLayoutMk cId="3861104062" sldId="2147483796"/>
          </pc:sldLayoutMkLst>
        </pc:sldLayoutChg>
        <pc:sldLayoutChg chg="del">
          <pc:chgData name="Cocker, Robert" userId="S::robert.cocker@mavs.uta.edu::383dd998-4638-40e9-8b89-1cdb79ff8613" providerId="AD" clId="Web-{1DFE50B5-42B8-2FC5-446C-7BF54C062702}" dt="2025-06-23T06:06:13.508" v="92"/>
          <pc:sldLayoutMkLst>
            <pc:docMk/>
            <pc:sldMasterMk cId="2688306333" sldId="2147483783"/>
            <pc:sldLayoutMk cId="3452908626" sldId="2147483797"/>
          </pc:sldLayoutMkLst>
        </pc:sldLayoutChg>
        <pc:sldLayoutChg chg="del">
          <pc:chgData name="Cocker, Robert" userId="S::robert.cocker@mavs.uta.edu::383dd998-4638-40e9-8b89-1cdb79ff8613" providerId="AD" clId="Web-{1DFE50B5-42B8-2FC5-446C-7BF54C062702}" dt="2025-06-23T06:06:13.508" v="92"/>
          <pc:sldLayoutMkLst>
            <pc:docMk/>
            <pc:sldMasterMk cId="2688306333" sldId="2147483783"/>
            <pc:sldLayoutMk cId="2215896059" sldId="2147483798"/>
          </pc:sldLayoutMkLst>
        </pc:sldLayoutChg>
        <pc:sldLayoutChg chg="del">
          <pc:chgData name="Cocker, Robert" userId="S::robert.cocker@mavs.uta.edu::383dd998-4638-40e9-8b89-1cdb79ff8613" providerId="AD" clId="Web-{1DFE50B5-42B8-2FC5-446C-7BF54C062702}" dt="2025-06-23T06:06:13.508" v="92"/>
          <pc:sldLayoutMkLst>
            <pc:docMk/>
            <pc:sldMasterMk cId="2688306333" sldId="2147483783"/>
            <pc:sldLayoutMk cId="4033318960" sldId="2147483799"/>
          </pc:sldLayoutMkLst>
        </pc:sldLayoutChg>
        <pc:sldLayoutChg chg="del">
          <pc:chgData name="Cocker, Robert" userId="S::robert.cocker@mavs.uta.edu::383dd998-4638-40e9-8b89-1cdb79ff8613" providerId="AD" clId="Web-{1DFE50B5-42B8-2FC5-446C-7BF54C062702}" dt="2025-06-23T06:06:13.508" v="92"/>
          <pc:sldLayoutMkLst>
            <pc:docMk/>
            <pc:sldMasterMk cId="2688306333" sldId="2147483783"/>
            <pc:sldLayoutMk cId="3095986640" sldId="2147483800"/>
          </pc:sldLayoutMkLst>
        </pc:sldLayoutChg>
      </pc:sldMasterChg>
      <pc:sldMasterChg chg="add del addSldLayout delSldLayout modSldLayout">
        <pc:chgData name="Cocker, Robert" userId="S::robert.cocker@mavs.uta.edu::383dd998-4638-40e9-8b89-1cdb79ff8613" providerId="AD" clId="Web-{1DFE50B5-42B8-2FC5-446C-7BF54C062702}" dt="2025-06-23T06:06:17.602" v="93"/>
        <pc:sldMasterMkLst>
          <pc:docMk/>
          <pc:sldMasterMk cId="735339523" sldId="2147483801"/>
        </pc:sldMasterMkLst>
        <pc:sldLayoutChg chg="add del mod replId">
          <pc:chgData name="Cocker, Robert" userId="S::robert.cocker@mavs.uta.edu::383dd998-4638-40e9-8b89-1cdb79ff8613" providerId="AD" clId="Web-{1DFE50B5-42B8-2FC5-446C-7BF54C062702}" dt="2025-06-23T06:06:17.602" v="93"/>
          <pc:sldLayoutMkLst>
            <pc:docMk/>
            <pc:sldMasterMk cId="735339523" sldId="2147483801"/>
            <pc:sldLayoutMk cId="4019195633" sldId="2147483802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17.602" v="93"/>
          <pc:sldLayoutMkLst>
            <pc:docMk/>
            <pc:sldMasterMk cId="735339523" sldId="2147483801"/>
            <pc:sldLayoutMk cId="4275878723" sldId="2147483803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17.602" v="93"/>
          <pc:sldLayoutMkLst>
            <pc:docMk/>
            <pc:sldMasterMk cId="735339523" sldId="2147483801"/>
            <pc:sldLayoutMk cId="857828828" sldId="2147483804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17.602" v="93"/>
          <pc:sldLayoutMkLst>
            <pc:docMk/>
            <pc:sldMasterMk cId="735339523" sldId="2147483801"/>
            <pc:sldLayoutMk cId="448052570" sldId="2147483805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17.602" v="93"/>
          <pc:sldLayoutMkLst>
            <pc:docMk/>
            <pc:sldMasterMk cId="735339523" sldId="2147483801"/>
            <pc:sldLayoutMk cId="3511588356" sldId="2147483806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17.602" v="93"/>
          <pc:sldLayoutMkLst>
            <pc:docMk/>
            <pc:sldMasterMk cId="735339523" sldId="2147483801"/>
            <pc:sldLayoutMk cId="3121656049" sldId="2147483807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17.602" v="93"/>
          <pc:sldLayoutMkLst>
            <pc:docMk/>
            <pc:sldMasterMk cId="735339523" sldId="2147483801"/>
            <pc:sldLayoutMk cId="385255873" sldId="2147483808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17.602" v="93"/>
          <pc:sldLayoutMkLst>
            <pc:docMk/>
            <pc:sldMasterMk cId="735339523" sldId="2147483801"/>
            <pc:sldLayoutMk cId="777906995" sldId="2147483809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17.602" v="93"/>
          <pc:sldLayoutMkLst>
            <pc:docMk/>
            <pc:sldMasterMk cId="735339523" sldId="2147483801"/>
            <pc:sldLayoutMk cId="1226973986" sldId="2147483810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17.602" v="93"/>
          <pc:sldLayoutMkLst>
            <pc:docMk/>
            <pc:sldMasterMk cId="735339523" sldId="2147483801"/>
            <pc:sldLayoutMk cId="3569975342" sldId="2147483811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17.602" v="93"/>
          <pc:sldLayoutMkLst>
            <pc:docMk/>
            <pc:sldMasterMk cId="735339523" sldId="2147483801"/>
            <pc:sldLayoutMk cId="476499651" sldId="2147483812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17.602" v="93"/>
          <pc:sldLayoutMkLst>
            <pc:docMk/>
            <pc:sldMasterMk cId="735339523" sldId="2147483801"/>
            <pc:sldLayoutMk cId="2176044829" sldId="2147483813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17.602" v="93"/>
          <pc:sldLayoutMkLst>
            <pc:docMk/>
            <pc:sldMasterMk cId="735339523" sldId="2147483801"/>
            <pc:sldLayoutMk cId="2535500253" sldId="2147483814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17.602" v="93"/>
          <pc:sldLayoutMkLst>
            <pc:docMk/>
            <pc:sldMasterMk cId="735339523" sldId="2147483801"/>
            <pc:sldLayoutMk cId="3163998018" sldId="2147483815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17.602" v="93"/>
          <pc:sldLayoutMkLst>
            <pc:docMk/>
            <pc:sldMasterMk cId="735339523" sldId="2147483801"/>
            <pc:sldLayoutMk cId="3938796869" sldId="2147483816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17.602" v="93"/>
          <pc:sldLayoutMkLst>
            <pc:docMk/>
            <pc:sldMasterMk cId="735339523" sldId="2147483801"/>
            <pc:sldLayoutMk cId="592423782" sldId="2147483817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17.602" v="93"/>
          <pc:sldLayoutMkLst>
            <pc:docMk/>
            <pc:sldMasterMk cId="735339523" sldId="2147483801"/>
            <pc:sldLayoutMk cId="83476974" sldId="2147483818"/>
          </pc:sldLayoutMkLst>
        </pc:sldLayoutChg>
      </pc:sldMasterChg>
      <pc:sldMasterChg chg="add del addSldLayout delSldLayout modSldLayout">
        <pc:chgData name="Cocker, Robert" userId="S::robert.cocker@mavs.uta.edu::383dd998-4638-40e9-8b89-1cdb79ff8613" providerId="AD" clId="Web-{1DFE50B5-42B8-2FC5-446C-7BF54C062702}" dt="2025-06-23T06:06:21.320" v="94"/>
        <pc:sldMasterMkLst>
          <pc:docMk/>
          <pc:sldMasterMk cId="4049629060" sldId="2147483819"/>
        </pc:sldMasterMkLst>
        <pc:sldLayoutChg chg="add del mod replId">
          <pc:chgData name="Cocker, Robert" userId="S::robert.cocker@mavs.uta.edu::383dd998-4638-40e9-8b89-1cdb79ff8613" providerId="AD" clId="Web-{1DFE50B5-42B8-2FC5-446C-7BF54C062702}" dt="2025-06-23T06:06:21.320" v="94"/>
          <pc:sldLayoutMkLst>
            <pc:docMk/>
            <pc:sldMasterMk cId="4049629060" sldId="2147483819"/>
            <pc:sldLayoutMk cId="3416197011" sldId="2147483820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21.320" v="94"/>
          <pc:sldLayoutMkLst>
            <pc:docMk/>
            <pc:sldMasterMk cId="4049629060" sldId="2147483819"/>
            <pc:sldLayoutMk cId="3786693962" sldId="2147483821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21.320" v="94"/>
          <pc:sldLayoutMkLst>
            <pc:docMk/>
            <pc:sldMasterMk cId="4049629060" sldId="2147483819"/>
            <pc:sldLayoutMk cId="3395904734" sldId="2147483822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21.320" v="94"/>
          <pc:sldLayoutMkLst>
            <pc:docMk/>
            <pc:sldMasterMk cId="4049629060" sldId="2147483819"/>
            <pc:sldLayoutMk cId="4133828162" sldId="2147483823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21.320" v="94"/>
          <pc:sldLayoutMkLst>
            <pc:docMk/>
            <pc:sldMasterMk cId="4049629060" sldId="2147483819"/>
            <pc:sldLayoutMk cId="1926902625" sldId="2147483824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21.320" v="94"/>
          <pc:sldLayoutMkLst>
            <pc:docMk/>
            <pc:sldMasterMk cId="4049629060" sldId="2147483819"/>
            <pc:sldLayoutMk cId="2907050493" sldId="2147483825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21.320" v="94"/>
          <pc:sldLayoutMkLst>
            <pc:docMk/>
            <pc:sldMasterMk cId="4049629060" sldId="2147483819"/>
            <pc:sldLayoutMk cId="1451397739" sldId="2147483826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21.320" v="94"/>
          <pc:sldLayoutMkLst>
            <pc:docMk/>
            <pc:sldMasterMk cId="4049629060" sldId="2147483819"/>
            <pc:sldLayoutMk cId="3668779407" sldId="2147483827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21.320" v="94"/>
          <pc:sldLayoutMkLst>
            <pc:docMk/>
            <pc:sldMasterMk cId="4049629060" sldId="2147483819"/>
            <pc:sldLayoutMk cId="3837645268" sldId="2147483828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21.320" v="94"/>
          <pc:sldLayoutMkLst>
            <pc:docMk/>
            <pc:sldMasterMk cId="4049629060" sldId="2147483819"/>
            <pc:sldLayoutMk cId="1253639939" sldId="2147483829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21.320" v="94"/>
          <pc:sldLayoutMkLst>
            <pc:docMk/>
            <pc:sldMasterMk cId="4049629060" sldId="2147483819"/>
            <pc:sldLayoutMk cId="2395174378" sldId="2147483830"/>
          </pc:sldLayoutMkLst>
        </pc:sldLayoutChg>
      </pc:sldMasterChg>
      <pc:sldMasterChg chg="add del addSldLayout delSldLayout modSldLayout">
        <pc:chgData name="Cocker, Robert" userId="S::robert.cocker@mavs.uta.edu::383dd998-4638-40e9-8b89-1cdb79ff8613" providerId="AD" clId="Web-{1DFE50B5-42B8-2FC5-446C-7BF54C062702}" dt="2025-06-23T06:06:23.789" v="95"/>
        <pc:sldMasterMkLst>
          <pc:docMk/>
          <pc:sldMasterMk cId="2588612330" sldId="2147483831"/>
        </pc:sldMasterMkLst>
        <pc:sldLayoutChg chg="add del mod replId">
          <pc:chgData name="Cocker, Robert" userId="S::robert.cocker@mavs.uta.edu::383dd998-4638-40e9-8b89-1cdb79ff8613" providerId="AD" clId="Web-{1DFE50B5-42B8-2FC5-446C-7BF54C062702}" dt="2025-06-23T06:06:23.789" v="95"/>
          <pc:sldLayoutMkLst>
            <pc:docMk/>
            <pc:sldMasterMk cId="2588612330" sldId="2147483831"/>
            <pc:sldLayoutMk cId="3611050422" sldId="2147483832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23.789" v="95"/>
          <pc:sldLayoutMkLst>
            <pc:docMk/>
            <pc:sldMasterMk cId="2588612330" sldId="2147483831"/>
            <pc:sldLayoutMk cId="2947339829" sldId="2147483833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23.789" v="95"/>
          <pc:sldLayoutMkLst>
            <pc:docMk/>
            <pc:sldMasterMk cId="2588612330" sldId="2147483831"/>
            <pc:sldLayoutMk cId="3289576577" sldId="2147483834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23.789" v="95"/>
          <pc:sldLayoutMkLst>
            <pc:docMk/>
            <pc:sldMasterMk cId="2588612330" sldId="2147483831"/>
            <pc:sldLayoutMk cId="3502843564" sldId="2147483835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23.789" v="95"/>
          <pc:sldLayoutMkLst>
            <pc:docMk/>
            <pc:sldMasterMk cId="2588612330" sldId="2147483831"/>
            <pc:sldLayoutMk cId="2188969679" sldId="2147483836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23.789" v="95"/>
          <pc:sldLayoutMkLst>
            <pc:docMk/>
            <pc:sldMasterMk cId="2588612330" sldId="2147483831"/>
            <pc:sldLayoutMk cId="1801646427" sldId="2147483837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23.789" v="95"/>
          <pc:sldLayoutMkLst>
            <pc:docMk/>
            <pc:sldMasterMk cId="2588612330" sldId="2147483831"/>
            <pc:sldLayoutMk cId="2763566775" sldId="2147483838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23.789" v="95"/>
          <pc:sldLayoutMkLst>
            <pc:docMk/>
            <pc:sldMasterMk cId="2588612330" sldId="2147483831"/>
            <pc:sldLayoutMk cId="3185609383" sldId="2147483839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23.789" v="95"/>
          <pc:sldLayoutMkLst>
            <pc:docMk/>
            <pc:sldMasterMk cId="2588612330" sldId="2147483831"/>
            <pc:sldLayoutMk cId="3793890476" sldId="2147483840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23.789" v="95"/>
          <pc:sldLayoutMkLst>
            <pc:docMk/>
            <pc:sldMasterMk cId="2588612330" sldId="2147483831"/>
            <pc:sldLayoutMk cId="2619706992" sldId="2147483841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23.789" v="95"/>
          <pc:sldLayoutMkLst>
            <pc:docMk/>
            <pc:sldMasterMk cId="2588612330" sldId="2147483831"/>
            <pc:sldLayoutMk cId="2175396683" sldId="2147483842"/>
          </pc:sldLayoutMkLst>
        </pc:sldLayoutChg>
      </pc:sldMasterChg>
      <pc:sldMasterChg chg="add del addSldLayout delSldLayout modSldLayout">
        <pc:chgData name="Cocker, Robert" userId="S::robert.cocker@mavs.uta.edu::383dd998-4638-40e9-8b89-1cdb79ff8613" providerId="AD" clId="Web-{1DFE50B5-42B8-2FC5-446C-7BF54C062702}" dt="2025-06-23T06:06:29.414" v="96"/>
        <pc:sldMasterMkLst>
          <pc:docMk/>
          <pc:sldMasterMk cId="1858792163" sldId="2147483843"/>
        </pc:sldMasterMkLst>
        <pc:sldLayoutChg chg="add del mod replId">
          <pc:chgData name="Cocker, Robert" userId="S::robert.cocker@mavs.uta.edu::383dd998-4638-40e9-8b89-1cdb79ff8613" providerId="AD" clId="Web-{1DFE50B5-42B8-2FC5-446C-7BF54C062702}" dt="2025-06-23T06:06:29.414" v="96"/>
          <pc:sldLayoutMkLst>
            <pc:docMk/>
            <pc:sldMasterMk cId="1858792163" sldId="2147483843"/>
            <pc:sldLayoutMk cId="4014931792" sldId="2147483844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29.414" v="96"/>
          <pc:sldLayoutMkLst>
            <pc:docMk/>
            <pc:sldMasterMk cId="1858792163" sldId="2147483843"/>
            <pc:sldLayoutMk cId="1851311569" sldId="2147483845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29.414" v="96"/>
          <pc:sldLayoutMkLst>
            <pc:docMk/>
            <pc:sldMasterMk cId="1858792163" sldId="2147483843"/>
            <pc:sldLayoutMk cId="4117331895" sldId="2147483846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29.414" v="96"/>
          <pc:sldLayoutMkLst>
            <pc:docMk/>
            <pc:sldMasterMk cId="1858792163" sldId="2147483843"/>
            <pc:sldLayoutMk cId="2773692790" sldId="2147483847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29.414" v="96"/>
          <pc:sldLayoutMkLst>
            <pc:docMk/>
            <pc:sldMasterMk cId="1858792163" sldId="2147483843"/>
            <pc:sldLayoutMk cId="3234956970" sldId="2147483848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29.414" v="96"/>
          <pc:sldLayoutMkLst>
            <pc:docMk/>
            <pc:sldMasterMk cId="1858792163" sldId="2147483843"/>
            <pc:sldLayoutMk cId="1287291155" sldId="2147483849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29.414" v="96"/>
          <pc:sldLayoutMkLst>
            <pc:docMk/>
            <pc:sldMasterMk cId="1858792163" sldId="2147483843"/>
            <pc:sldLayoutMk cId="1473985001" sldId="2147483850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29.414" v="96"/>
          <pc:sldLayoutMkLst>
            <pc:docMk/>
            <pc:sldMasterMk cId="1858792163" sldId="2147483843"/>
            <pc:sldLayoutMk cId="4169585031" sldId="2147483851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29.414" v="96"/>
          <pc:sldLayoutMkLst>
            <pc:docMk/>
            <pc:sldMasterMk cId="1858792163" sldId="2147483843"/>
            <pc:sldLayoutMk cId="1418498336" sldId="2147483852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29.414" v="96"/>
          <pc:sldLayoutMkLst>
            <pc:docMk/>
            <pc:sldMasterMk cId="1858792163" sldId="2147483843"/>
            <pc:sldLayoutMk cId="3078889648" sldId="2147483853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29.414" v="96"/>
          <pc:sldLayoutMkLst>
            <pc:docMk/>
            <pc:sldMasterMk cId="1858792163" sldId="2147483843"/>
            <pc:sldLayoutMk cId="3331838995" sldId="2147483854"/>
          </pc:sldLayoutMkLst>
        </pc:sldLayoutChg>
      </pc:sldMasterChg>
      <pc:sldMasterChg chg="add del addSldLayout delSldLayout modSldLayout">
        <pc:chgData name="Cocker, Robert" userId="S::robert.cocker@mavs.uta.edu::383dd998-4638-40e9-8b89-1cdb79ff8613" providerId="AD" clId="Web-{1DFE50B5-42B8-2FC5-446C-7BF54C062702}" dt="2025-06-23T06:06:34.602" v="97"/>
        <pc:sldMasterMkLst>
          <pc:docMk/>
          <pc:sldMasterMk cId="1119968975" sldId="2147483855"/>
        </pc:sldMasterMkLst>
        <pc:sldLayoutChg chg="add del mod replId">
          <pc:chgData name="Cocker, Robert" userId="S::robert.cocker@mavs.uta.edu::383dd998-4638-40e9-8b89-1cdb79ff8613" providerId="AD" clId="Web-{1DFE50B5-42B8-2FC5-446C-7BF54C062702}" dt="2025-06-23T06:06:34.602" v="97"/>
          <pc:sldLayoutMkLst>
            <pc:docMk/>
            <pc:sldMasterMk cId="1119968975" sldId="2147483855"/>
            <pc:sldLayoutMk cId="4152062764" sldId="2147483856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34.602" v="97"/>
          <pc:sldLayoutMkLst>
            <pc:docMk/>
            <pc:sldMasterMk cId="1119968975" sldId="2147483855"/>
            <pc:sldLayoutMk cId="1237124117" sldId="2147483857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34.602" v="97"/>
          <pc:sldLayoutMkLst>
            <pc:docMk/>
            <pc:sldMasterMk cId="1119968975" sldId="2147483855"/>
            <pc:sldLayoutMk cId="1699375312" sldId="2147483858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34.602" v="97"/>
          <pc:sldLayoutMkLst>
            <pc:docMk/>
            <pc:sldMasterMk cId="1119968975" sldId="2147483855"/>
            <pc:sldLayoutMk cId="83984602" sldId="2147483859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34.602" v="97"/>
          <pc:sldLayoutMkLst>
            <pc:docMk/>
            <pc:sldMasterMk cId="1119968975" sldId="2147483855"/>
            <pc:sldLayoutMk cId="2189797818" sldId="2147483860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34.602" v="97"/>
          <pc:sldLayoutMkLst>
            <pc:docMk/>
            <pc:sldMasterMk cId="1119968975" sldId="2147483855"/>
            <pc:sldLayoutMk cId="3407944044" sldId="2147483861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34.602" v="97"/>
          <pc:sldLayoutMkLst>
            <pc:docMk/>
            <pc:sldMasterMk cId="1119968975" sldId="2147483855"/>
            <pc:sldLayoutMk cId="3346054813" sldId="2147483862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34.602" v="97"/>
          <pc:sldLayoutMkLst>
            <pc:docMk/>
            <pc:sldMasterMk cId="1119968975" sldId="2147483855"/>
            <pc:sldLayoutMk cId="2716539131" sldId="2147483863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34.602" v="97"/>
          <pc:sldLayoutMkLst>
            <pc:docMk/>
            <pc:sldMasterMk cId="1119968975" sldId="2147483855"/>
            <pc:sldLayoutMk cId="112979248" sldId="2147483864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34.602" v="97"/>
          <pc:sldLayoutMkLst>
            <pc:docMk/>
            <pc:sldMasterMk cId="1119968975" sldId="2147483855"/>
            <pc:sldLayoutMk cId="336378978" sldId="2147483865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34.602" v="97"/>
          <pc:sldLayoutMkLst>
            <pc:docMk/>
            <pc:sldMasterMk cId="1119968975" sldId="2147483855"/>
            <pc:sldLayoutMk cId="1717958127" sldId="2147483866"/>
          </pc:sldLayoutMkLst>
        </pc:sldLayoutChg>
      </pc:sldMasterChg>
      <pc:sldMasterChg chg="add del addSldLayout delSldLayout modSldLayout">
        <pc:chgData name="Cocker, Robert" userId="S::robert.cocker@mavs.uta.edu::383dd998-4638-40e9-8b89-1cdb79ff8613" providerId="AD" clId="Web-{1DFE50B5-42B8-2FC5-446C-7BF54C062702}" dt="2025-06-23T06:06:36.524" v="98"/>
        <pc:sldMasterMkLst>
          <pc:docMk/>
          <pc:sldMasterMk cId="4035878182" sldId="2147483867"/>
        </pc:sldMasterMkLst>
        <pc:sldLayoutChg chg="add del mod replId">
          <pc:chgData name="Cocker, Robert" userId="S::robert.cocker@mavs.uta.edu::383dd998-4638-40e9-8b89-1cdb79ff8613" providerId="AD" clId="Web-{1DFE50B5-42B8-2FC5-446C-7BF54C062702}" dt="2025-06-23T06:06:36.524" v="98"/>
          <pc:sldLayoutMkLst>
            <pc:docMk/>
            <pc:sldMasterMk cId="4035878182" sldId="2147483867"/>
            <pc:sldLayoutMk cId="2798220421" sldId="2147483868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36.524" v="98"/>
          <pc:sldLayoutMkLst>
            <pc:docMk/>
            <pc:sldMasterMk cId="4035878182" sldId="2147483867"/>
            <pc:sldLayoutMk cId="291539845" sldId="2147483869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36.524" v="98"/>
          <pc:sldLayoutMkLst>
            <pc:docMk/>
            <pc:sldMasterMk cId="4035878182" sldId="2147483867"/>
            <pc:sldLayoutMk cId="4056859669" sldId="2147483870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36.524" v="98"/>
          <pc:sldLayoutMkLst>
            <pc:docMk/>
            <pc:sldMasterMk cId="4035878182" sldId="2147483867"/>
            <pc:sldLayoutMk cId="376262286" sldId="2147483871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36.524" v="98"/>
          <pc:sldLayoutMkLst>
            <pc:docMk/>
            <pc:sldMasterMk cId="4035878182" sldId="2147483867"/>
            <pc:sldLayoutMk cId="48938481" sldId="2147483872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36.524" v="98"/>
          <pc:sldLayoutMkLst>
            <pc:docMk/>
            <pc:sldMasterMk cId="4035878182" sldId="2147483867"/>
            <pc:sldLayoutMk cId="767478539" sldId="2147483873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36.524" v="98"/>
          <pc:sldLayoutMkLst>
            <pc:docMk/>
            <pc:sldMasterMk cId="4035878182" sldId="2147483867"/>
            <pc:sldLayoutMk cId="482901220" sldId="2147483874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36.524" v="98"/>
          <pc:sldLayoutMkLst>
            <pc:docMk/>
            <pc:sldMasterMk cId="4035878182" sldId="2147483867"/>
            <pc:sldLayoutMk cId="728077724" sldId="2147483875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36.524" v="98"/>
          <pc:sldLayoutMkLst>
            <pc:docMk/>
            <pc:sldMasterMk cId="4035878182" sldId="2147483867"/>
            <pc:sldLayoutMk cId="329356135" sldId="2147483876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36.524" v="98"/>
          <pc:sldLayoutMkLst>
            <pc:docMk/>
            <pc:sldMasterMk cId="4035878182" sldId="2147483867"/>
            <pc:sldLayoutMk cId="2873383668" sldId="2147483877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36.524" v="98"/>
          <pc:sldLayoutMkLst>
            <pc:docMk/>
            <pc:sldMasterMk cId="4035878182" sldId="2147483867"/>
            <pc:sldLayoutMk cId="2274956102" sldId="2147483878"/>
          </pc:sldLayoutMkLst>
        </pc:sldLayoutChg>
      </pc:sldMasterChg>
      <pc:sldMasterChg chg="add del addSldLayout delSldLayout modSldLayout">
        <pc:chgData name="Cocker, Robert" userId="S::robert.cocker@mavs.uta.edu::383dd998-4638-40e9-8b89-1cdb79ff8613" providerId="AD" clId="Web-{1DFE50B5-42B8-2FC5-446C-7BF54C062702}" dt="2025-06-23T06:06:37.883" v="99"/>
        <pc:sldMasterMkLst>
          <pc:docMk/>
          <pc:sldMasterMk cId="620373467" sldId="2147483879"/>
        </pc:sldMasterMkLst>
        <pc:sldLayoutChg chg="add del mod replId">
          <pc:chgData name="Cocker, Robert" userId="S::robert.cocker@mavs.uta.edu::383dd998-4638-40e9-8b89-1cdb79ff8613" providerId="AD" clId="Web-{1DFE50B5-42B8-2FC5-446C-7BF54C062702}" dt="2025-06-23T06:06:37.883" v="99"/>
          <pc:sldLayoutMkLst>
            <pc:docMk/>
            <pc:sldMasterMk cId="620373467" sldId="2147483879"/>
            <pc:sldLayoutMk cId="2875673308" sldId="2147483880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37.883" v="99"/>
          <pc:sldLayoutMkLst>
            <pc:docMk/>
            <pc:sldMasterMk cId="620373467" sldId="2147483879"/>
            <pc:sldLayoutMk cId="284759170" sldId="2147483881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37.883" v="99"/>
          <pc:sldLayoutMkLst>
            <pc:docMk/>
            <pc:sldMasterMk cId="620373467" sldId="2147483879"/>
            <pc:sldLayoutMk cId="3136994161" sldId="2147483882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37.883" v="99"/>
          <pc:sldLayoutMkLst>
            <pc:docMk/>
            <pc:sldMasterMk cId="620373467" sldId="2147483879"/>
            <pc:sldLayoutMk cId="155176788" sldId="2147483883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37.883" v="99"/>
          <pc:sldLayoutMkLst>
            <pc:docMk/>
            <pc:sldMasterMk cId="620373467" sldId="2147483879"/>
            <pc:sldLayoutMk cId="474219006" sldId="2147483884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37.883" v="99"/>
          <pc:sldLayoutMkLst>
            <pc:docMk/>
            <pc:sldMasterMk cId="620373467" sldId="2147483879"/>
            <pc:sldLayoutMk cId="351517288" sldId="2147483885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37.883" v="99"/>
          <pc:sldLayoutMkLst>
            <pc:docMk/>
            <pc:sldMasterMk cId="620373467" sldId="2147483879"/>
            <pc:sldLayoutMk cId="2160041185" sldId="2147483886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37.883" v="99"/>
          <pc:sldLayoutMkLst>
            <pc:docMk/>
            <pc:sldMasterMk cId="620373467" sldId="2147483879"/>
            <pc:sldLayoutMk cId="3780805831" sldId="2147483887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37.883" v="99"/>
          <pc:sldLayoutMkLst>
            <pc:docMk/>
            <pc:sldMasterMk cId="620373467" sldId="2147483879"/>
            <pc:sldLayoutMk cId="2077553236" sldId="2147483888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37.883" v="99"/>
          <pc:sldLayoutMkLst>
            <pc:docMk/>
            <pc:sldMasterMk cId="620373467" sldId="2147483879"/>
            <pc:sldLayoutMk cId="2993927451" sldId="2147483889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37.883" v="99"/>
          <pc:sldLayoutMkLst>
            <pc:docMk/>
            <pc:sldMasterMk cId="620373467" sldId="2147483879"/>
            <pc:sldLayoutMk cId="2918401494" sldId="2147483890"/>
          </pc:sldLayoutMkLst>
        </pc:sldLayoutChg>
      </pc:sldMasterChg>
      <pc:sldMasterChg chg="add del addSldLayout delSldLayout modSldLayout">
        <pc:chgData name="Cocker, Robert" userId="S::robert.cocker@mavs.uta.edu::383dd998-4638-40e9-8b89-1cdb79ff8613" providerId="AD" clId="Web-{1DFE50B5-42B8-2FC5-446C-7BF54C062702}" dt="2025-06-23T06:06:39.024" v="100"/>
        <pc:sldMasterMkLst>
          <pc:docMk/>
          <pc:sldMasterMk cId="3614408493" sldId="2147483891"/>
        </pc:sldMasterMkLst>
        <pc:sldLayoutChg chg="add del mod replId">
          <pc:chgData name="Cocker, Robert" userId="S::robert.cocker@mavs.uta.edu::383dd998-4638-40e9-8b89-1cdb79ff8613" providerId="AD" clId="Web-{1DFE50B5-42B8-2FC5-446C-7BF54C062702}" dt="2025-06-23T06:06:39.024" v="100"/>
          <pc:sldLayoutMkLst>
            <pc:docMk/>
            <pc:sldMasterMk cId="3614408493" sldId="2147483891"/>
            <pc:sldLayoutMk cId="2853328457" sldId="2147483892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39.024" v="100"/>
          <pc:sldLayoutMkLst>
            <pc:docMk/>
            <pc:sldMasterMk cId="3614408493" sldId="2147483891"/>
            <pc:sldLayoutMk cId="1428325595" sldId="2147483893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39.024" v="100"/>
          <pc:sldLayoutMkLst>
            <pc:docMk/>
            <pc:sldMasterMk cId="3614408493" sldId="2147483891"/>
            <pc:sldLayoutMk cId="1510236473" sldId="2147483894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39.024" v="100"/>
          <pc:sldLayoutMkLst>
            <pc:docMk/>
            <pc:sldMasterMk cId="3614408493" sldId="2147483891"/>
            <pc:sldLayoutMk cId="3276875322" sldId="2147483895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39.024" v="100"/>
          <pc:sldLayoutMkLst>
            <pc:docMk/>
            <pc:sldMasterMk cId="3614408493" sldId="2147483891"/>
            <pc:sldLayoutMk cId="1633064381" sldId="2147483896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39.024" v="100"/>
          <pc:sldLayoutMkLst>
            <pc:docMk/>
            <pc:sldMasterMk cId="3614408493" sldId="2147483891"/>
            <pc:sldLayoutMk cId="1908422486" sldId="2147483897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39.024" v="100"/>
          <pc:sldLayoutMkLst>
            <pc:docMk/>
            <pc:sldMasterMk cId="3614408493" sldId="2147483891"/>
            <pc:sldLayoutMk cId="3806444356" sldId="2147483898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39.024" v="100"/>
          <pc:sldLayoutMkLst>
            <pc:docMk/>
            <pc:sldMasterMk cId="3614408493" sldId="2147483891"/>
            <pc:sldLayoutMk cId="1047500910" sldId="2147483899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39.024" v="100"/>
          <pc:sldLayoutMkLst>
            <pc:docMk/>
            <pc:sldMasterMk cId="3614408493" sldId="2147483891"/>
            <pc:sldLayoutMk cId="1053812878" sldId="2147483900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39.024" v="100"/>
          <pc:sldLayoutMkLst>
            <pc:docMk/>
            <pc:sldMasterMk cId="3614408493" sldId="2147483891"/>
            <pc:sldLayoutMk cId="576626779" sldId="2147483901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39.024" v="100"/>
          <pc:sldLayoutMkLst>
            <pc:docMk/>
            <pc:sldMasterMk cId="3614408493" sldId="2147483891"/>
            <pc:sldLayoutMk cId="1047378577" sldId="2147483902"/>
          </pc:sldLayoutMkLst>
        </pc:sldLayoutChg>
      </pc:sldMasterChg>
      <pc:sldMasterChg chg="add del addSldLayout delSldLayout modSldLayout">
        <pc:chgData name="Cocker, Robert" userId="S::robert.cocker@mavs.uta.edu::383dd998-4638-40e9-8b89-1cdb79ff8613" providerId="AD" clId="Web-{1DFE50B5-42B8-2FC5-446C-7BF54C062702}" dt="2025-06-23T06:06:45.742" v="101"/>
        <pc:sldMasterMkLst>
          <pc:docMk/>
          <pc:sldMasterMk cId="320811668" sldId="2147483903"/>
        </pc:sldMasterMkLst>
        <pc:sldLayoutChg chg="add del mod replId">
          <pc:chgData name="Cocker, Robert" userId="S::robert.cocker@mavs.uta.edu::383dd998-4638-40e9-8b89-1cdb79ff8613" providerId="AD" clId="Web-{1DFE50B5-42B8-2FC5-446C-7BF54C062702}" dt="2025-06-23T06:06:45.742" v="101"/>
          <pc:sldLayoutMkLst>
            <pc:docMk/>
            <pc:sldMasterMk cId="320811668" sldId="2147483903"/>
            <pc:sldLayoutMk cId="2845127989" sldId="2147483904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45.742" v="101"/>
          <pc:sldLayoutMkLst>
            <pc:docMk/>
            <pc:sldMasterMk cId="320811668" sldId="2147483903"/>
            <pc:sldLayoutMk cId="2763283536" sldId="2147483905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45.742" v="101"/>
          <pc:sldLayoutMkLst>
            <pc:docMk/>
            <pc:sldMasterMk cId="320811668" sldId="2147483903"/>
            <pc:sldLayoutMk cId="2667857259" sldId="2147483906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45.742" v="101"/>
          <pc:sldLayoutMkLst>
            <pc:docMk/>
            <pc:sldMasterMk cId="320811668" sldId="2147483903"/>
            <pc:sldLayoutMk cId="1957006589" sldId="2147483907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45.742" v="101"/>
          <pc:sldLayoutMkLst>
            <pc:docMk/>
            <pc:sldMasterMk cId="320811668" sldId="2147483903"/>
            <pc:sldLayoutMk cId="402952600" sldId="2147483908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45.742" v="101"/>
          <pc:sldLayoutMkLst>
            <pc:docMk/>
            <pc:sldMasterMk cId="320811668" sldId="2147483903"/>
            <pc:sldLayoutMk cId="3521611410" sldId="2147483909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45.742" v="101"/>
          <pc:sldLayoutMkLst>
            <pc:docMk/>
            <pc:sldMasterMk cId="320811668" sldId="2147483903"/>
            <pc:sldLayoutMk cId="1844352308" sldId="2147483910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45.742" v="101"/>
          <pc:sldLayoutMkLst>
            <pc:docMk/>
            <pc:sldMasterMk cId="320811668" sldId="2147483903"/>
            <pc:sldLayoutMk cId="2608540739" sldId="2147483911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45.742" v="101"/>
          <pc:sldLayoutMkLst>
            <pc:docMk/>
            <pc:sldMasterMk cId="320811668" sldId="2147483903"/>
            <pc:sldLayoutMk cId="4215932796" sldId="2147483912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45.742" v="101"/>
          <pc:sldLayoutMkLst>
            <pc:docMk/>
            <pc:sldMasterMk cId="320811668" sldId="2147483903"/>
            <pc:sldLayoutMk cId="2459089855" sldId="2147483913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45.742" v="101"/>
          <pc:sldLayoutMkLst>
            <pc:docMk/>
            <pc:sldMasterMk cId="320811668" sldId="2147483903"/>
            <pc:sldLayoutMk cId="2804858875" sldId="2147483914"/>
          </pc:sldLayoutMkLst>
        </pc:sldLayoutChg>
      </pc:sldMasterChg>
      <pc:sldMasterChg chg="add del addSldLayout delSldLayout modSldLayout">
        <pc:chgData name="Cocker, Robert" userId="S::robert.cocker@mavs.uta.edu::383dd998-4638-40e9-8b89-1cdb79ff8613" providerId="AD" clId="Web-{1DFE50B5-42B8-2FC5-446C-7BF54C062702}" dt="2025-06-23T06:06:49.758" v="102"/>
        <pc:sldMasterMkLst>
          <pc:docMk/>
          <pc:sldMasterMk cId="369313491" sldId="2147483915"/>
        </pc:sldMasterMkLst>
        <pc:sldLayoutChg chg="add del mod replId">
          <pc:chgData name="Cocker, Robert" userId="S::robert.cocker@mavs.uta.edu::383dd998-4638-40e9-8b89-1cdb79ff8613" providerId="AD" clId="Web-{1DFE50B5-42B8-2FC5-446C-7BF54C062702}" dt="2025-06-23T06:06:49.758" v="102"/>
          <pc:sldLayoutMkLst>
            <pc:docMk/>
            <pc:sldMasterMk cId="369313491" sldId="2147483915"/>
            <pc:sldLayoutMk cId="103933190" sldId="2147483916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49.758" v="102"/>
          <pc:sldLayoutMkLst>
            <pc:docMk/>
            <pc:sldMasterMk cId="369313491" sldId="2147483915"/>
            <pc:sldLayoutMk cId="1499587667" sldId="2147483917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49.758" v="102"/>
          <pc:sldLayoutMkLst>
            <pc:docMk/>
            <pc:sldMasterMk cId="369313491" sldId="2147483915"/>
            <pc:sldLayoutMk cId="1232070159" sldId="2147483918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49.758" v="102"/>
          <pc:sldLayoutMkLst>
            <pc:docMk/>
            <pc:sldMasterMk cId="369313491" sldId="2147483915"/>
            <pc:sldLayoutMk cId="559604432" sldId="2147483919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49.758" v="102"/>
          <pc:sldLayoutMkLst>
            <pc:docMk/>
            <pc:sldMasterMk cId="369313491" sldId="2147483915"/>
            <pc:sldLayoutMk cId="1394050533" sldId="2147483920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49.758" v="102"/>
          <pc:sldLayoutMkLst>
            <pc:docMk/>
            <pc:sldMasterMk cId="369313491" sldId="2147483915"/>
            <pc:sldLayoutMk cId="2523726028" sldId="2147483921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49.758" v="102"/>
          <pc:sldLayoutMkLst>
            <pc:docMk/>
            <pc:sldMasterMk cId="369313491" sldId="2147483915"/>
            <pc:sldLayoutMk cId="3352304487" sldId="2147483922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49.758" v="102"/>
          <pc:sldLayoutMkLst>
            <pc:docMk/>
            <pc:sldMasterMk cId="369313491" sldId="2147483915"/>
            <pc:sldLayoutMk cId="3972374952" sldId="2147483923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49.758" v="102"/>
          <pc:sldLayoutMkLst>
            <pc:docMk/>
            <pc:sldMasterMk cId="369313491" sldId="2147483915"/>
            <pc:sldLayoutMk cId="4259313226" sldId="2147483924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49.758" v="102"/>
          <pc:sldLayoutMkLst>
            <pc:docMk/>
            <pc:sldMasterMk cId="369313491" sldId="2147483915"/>
            <pc:sldLayoutMk cId="3294596547" sldId="2147483925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49.758" v="102"/>
          <pc:sldLayoutMkLst>
            <pc:docMk/>
            <pc:sldMasterMk cId="369313491" sldId="2147483915"/>
            <pc:sldLayoutMk cId="2339426609" sldId="2147483926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49.758" v="102"/>
          <pc:sldLayoutMkLst>
            <pc:docMk/>
            <pc:sldMasterMk cId="369313491" sldId="2147483915"/>
            <pc:sldLayoutMk cId="871200909" sldId="2147483927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49.758" v="102"/>
          <pc:sldLayoutMkLst>
            <pc:docMk/>
            <pc:sldMasterMk cId="369313491" sldId="2147483915"/>
            <pc:sldLayoutMk cId="2467823197" sldId="2147483928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49.758" v="102"/>
          <pc:sldLayoutMkLst>
            <pc:docMk/>
            <pc:sldMasterMk cId="369313491" sldId="2147483915"/>
            <pc:sldLayoutMk cId="821631" sldId="2147483929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49.758" v="102"/>
          <pc:sldLayoutMkLst>
            <pc:docMk/>
            <pc:sldMasterMk cId="369313491" sldId="2147483915"/>
            <pc:sldLayoutMk cId="1279087131" sldId="2147483930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49.758" v="102"/>
          <pc:sldLayoutMkLst>
            <pc:docMk/>
            <pc:sldMasterMk cId="369313491" sldId="2147483915"/>
            <pc:sldLayoutMk cId="1709723750" sldId="2147483931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6:49.758" v="102"/>
          <pc:sldLayoutMkLst>
            <pc:docMk/>
            <pc:sldMasterMk cId="369313491" sldId="2147483915"/>
            <pc:sldLayoutMk cId="1114872288" sldId="2147483932"/>
          </pc:sldLayoutMkLst>
        </pc:sldLayoutChg>
      </pc:sldMasterChg>
      <pc:sldMasterChg chg="add del addSldLayout delSldLayout modSldLayout">
        <pc:chgData name="Cocker, Robert" userId="S::robert.cocker@mavs.uta.edu::383dd998-4638-40e9-8b89-1cdb79ff8613" providerId="AD" clId="Web-{1DFE50B5-42B8-2FC5-446C-7BF54C062702}" dt="2025-06-23T06:07:09.899" v="103"/>
        <pc:sldMasterMkLst>
          <pc:docMk/>
          <pc:sldMasterMk cId="1901604641" sldId="2147483933"/>
        </pc:sldMasterMkLst>
        <pc:sldLayoutChg chg="add del mod replId">
          <pc:chgData name="Cocker, Robert" userId="S::robert.cocker@mavs.uta.edu::383dd998-4638-40e9-8b89-1cdb79ff8613" providerId="AD" clId="Web-{1DFE50B5-42B8-2FC5-446C-7BF54C062702}" dt="2025-06-23T06:07:09.899" v="103"/>
          <pc:sldLayoutMkLst>
            <pc:docMk/>
            <pc:sldMasterMk cId="1901604641" sldId="2147483933"/>
            <pc:sldLayoutMk cId="3854254" sldId="2147483934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09.899" v="103"/>
          <pc:sldLayoutMkLst>
            <pc:docMk/>
            <pc:sldMasterMk cId="1901604641" sldId="2147483933"/>
            <pc:sldLayoutMk cId="645120507" sldId="2147483935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09.899" v="103"/>
          <pc:sldLayoutMkLst>
            <pc:docMk/>
            <pc:sldMasterMk cId="1901604641" sldId="2147483933"/>
            <pc:sldLayoutMk cId="2716475972" sldId="2147483936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09.899" v="103"/>
          <pc:sldLayoutMkLst>
            <pc:docMk/>
            <pc:sldMasterMk cId="1901604641" sldId="2147483933"/>
            <pc:sldLayoutMk cId="577439080" sldId="2147483937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09.899" v="103"/>
          <pc:sldLayoutMkLst>
            <pc:docMk/>
            <pc:sldMasterMk cId="1901604641" sldId="2147483933"/>
            <pc:sldLayoutMk cId="1330362141" sldId="2147483938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09.899" v="103"/>
          <pc:sldLayoutMkLst>
            <pc:docMk/>
            <pc:sldMasterMk cId="1901604641" sldId="2147483933"/>
            <pc:sldLayoutMk cId="4280737043" sldId="2147483939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09.899" v="103"/>
          <pc:sldLayoutMkLst>
            <pc:docMk/>
            <pc:sldMasterMk cId="1901604641" sldId="2147483933"/>
            <pc:sldLayoutMk cId="1918191941" sldId="2147483940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09.899" v="103"/>
          <pc:sldLayoutMkLst>
            <pc:docMk/>
            <pc:sldMasterMk cId="1901604641" sldId="2147483933"/>
            <pc:sldLayoutMk cId="2466784408" sldId="2147483941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09.899" v="103"/>
          <pc:sldLayoutMkLst>
            <pc:docMk/>
            <pc:sldMasterMk cId="1901604641" sldId="2147483933"/>
            <pc:sldLayoutMk cId="3122243312" sldId="2147483942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09.899" v="103"/>
          <pc:sldLayoutMkLst>
            <pc:docMk/>
            <pc:sldMasterMk cId="1901604641" sldId="2147483933"/>
            <pc:sldLayoutMk cId="4239083851" sldId="2147483943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09.899" v="103"/>
          <pc:sldLayoutMkLst>
            <pc:docMk/>
            <pc:sldMasterMk cId="1901604641" sldId="2147483933"/>
            <pc:sldLayoutMk cId="2154503350" sldId="2147483944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09.899" v="103"/>
          <pc:sldLayoutMkLst>
            <pc:docMk/>
            <pc:sldMasterMk cId="1901604641" sldId="2147483933"/>
            <pc:sldLayoutMk cId="3715087113" sldId="2147483945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09.899" v="103"/>
          <pc:sldLayoutMkLst>
            <pc:docMk/>
            <pc:sldMasterMk cId="1901604641" sldId="2147483933"/>
            <pc:sldLayoutMk cId="4047854929" sldId="2147483946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09.899" v="103"/>
          <pc:sldLayoutMkLst>
            <pc:docMk/>
            <pc:sldMasterMk cId="1901604641" sldId="2147483933"/>
            <pc:sldLayoutMk cId="578425737" sldId="2147483947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09.899" v="103"/>
          <pc:sldLayoutMkLst>
            <pc:docMk/>
            <pc:sldMasterMk cId="1901604641" sldId="2147483933"/>
            <pc:sldLayoutMk cId="57228205" sldId="2147483948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09.899" v="103"/>
          <pc:sldLayoutMkLst>
            <pc:docMk/>
            <pc:sldMasterMk cId="1901604641" sldId="2147483933"/>
            <pc:sldLayoutMk cId="3437500960" sldId="2147483949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09.899" v="103"/>
          <pc:sldLayoutMkLst>
            <pc:docMk/>
            <pc:sldMasterMk cId="1901604641" sldId="2147483933"/>
            <pc:sldLayoutMk cId="3021504894" sldId="2147483950"/>
          </pc:sldLayoutMkLst>
        </pc:sldLayoutChg>
      </pc:sldMasterChg>
      <pc:sldMasterChg chg="add del addSldLayout delSldLayout modSldLayout">
        <pc:chgData name="Cocker, Robert" userId="S::robert.cocker@mavs.uta.edu::383dd998-4638-40e9-8b89-1cdb79ff8613" providerId="AD" clId="Web-{1DFE50B5-42B8-2FC5-446C-7BF54C062702}" dt="2025-06-23T06:07:22.774" v="104"/>
        <pc:sldMasterMkLst>
          <pc:docMk/>
          <pc:sldMasterMk cId="2991139755" sldId="2147483951"/>
        </pc:sldMasterMkLst>
        <pc:sldLayoutChg chg="add del mod replId">
          <pc:chgData name="Cocker, Robert" userId="S::robert.cocker@mavs.uta.edu::383dd998-4638-40e9-8b89-1cdb79ff8613" providerId="AD" clId="Web-{1DFE50B5-42B8-2FC5-446C-7BF54C062702}" dt="2025-06-23T06:07:22.774" v="104"/>
          <pc:sldLayoutMkLst>
            <pc:docMk/>
            <pc:sldMasterMk cId="2991139755" sldId="2147483951"/>
            <pc:sldLayoutMk cId="2677764143" sldId="2147483952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22.774" v="104"/>
          <pc:sldLayoutMkLst>
            <pc:docMk/>
            <pc:sldMasterMk cId="2991139755" sldId="2147483951"/>
            <pc:sldLayoutMk cId="3749189928" sldId="2147483953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22.774" v="104"/>
          <pc:sldLayoutMkLst>
            <pc:docMk/>
            <pc:sldMasterMk cId="2991139755" sldId="2147483951"/>
            <pc:sldLayoutMk cId="2403360195" sldId="2147483954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22.774" v="104"/>
          <pc:sldLayoutMkLst>
            <pc:docMk/>
            <pc:sldMasterMk cId="2991139755" sldId="2147483951"/>
            <pc:sldLayoutMk cId="689218910" sldId="2147483955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22.774" v="104"/>
          <pc:sldLayoutMkLst>
            <pc:docMk/>
            <pc:sldMasterMk cId="2991139755" sldId="2147483951"/>
            <pc:sldLayoutMk cId="2846844661" sldId="2147483956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22.774" v="104"/>
          <pc:sldLayoutMkLst>
            <pc:docMk/>
            <pc:sldMasterMk cId="2991139755" sldId="2147483951"/>
            <pc:sldLayoutMk cId="1515181267" sldId="2147483957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22.774" v="104"/>
          <pc:sldLayoutMkLst>
            <pc:docMk/>
            <pc:sldMasterMk cId="2991139755" sldId="2147483951"/>
            <pc:sldLayoutMk cId="2767698850" sldId="2147483958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22.774" v="104"/>
          <pc:sldLayoutMkLst>
            <pc:docMk/>
            <pc:sldMasterMk cId="2991139755" sldId="2147483951"/>
            <pc:sldLayoutMk cId="2491457061" sldId="2147483959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22.774" v="104"/>
          <pc:sldLayoutMkLst>
            <pc:docMk/>
            <pc:sldMasterMk cId="2991139755" sldId="2147483951"/>
            <pc:sldLayoutMk cId="2179004906" sldId="2147483960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22.774" v="104"/>
          <pc:sldLayoutMkLst>
            <pc:docMk/>
            <pc:sldMasterMk cId="2991139755" sldId="2147483951"/>
            <pc:sldLayoutMk cId="1106902635" sldId="2147483961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22.774" v="104"/>
          <pc:sldLayoutMkLst>
            <pc:docMk/>
            <pc:sldMasterMk cId="2991139755" sldId="2147483951"/>
            <pc:sldLayoutMk cId="1059804692" sldId="2147483962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22.774" v="104"/>
          <pc:sldLayoutMkLst>
            <pc:docMk/>
            <pc:sldMasterMk cId="2991139755" sldId="2147483951"/>
            <pc:sldLayoutMk cId="2036611491" sldId="2147483963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22.774" v="104"/>
          <pc:sldLayoutMkLst>
            <pc:docMk/>
            <pc:sldMasterMk cId="2991139755" sldId="2147483951"/>
            <pc:sldLayoutMk cId="4193835727" sldId="2147483964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22.774" v="104"/>
          <pc:sldLayoutMkLst>
            <pc:docMk/>
            <pc:sldMasterMk cId="2991139755" sldId="2147483951"/>
            <pc:sldLayoutMk cId="3558538550" sldId="2147483965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22.774" v="104"/>
          <pc:sldLayoutMkLst>
            <pc:docMk/>
            <pc:sldMasterMk cId="2991139755" sldId="2147483951"/>
            <pc:sldLayoutMk cId="1494454333" sldId="2147483966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22.774" v="104"/>
          <pc:sldLayoutMkLst>
            <pc:docMk/>
            <pc:sldMasterMk cId="2991139755" sldId="2147483951"/>
            <pc:sldLayoutMk cId="436319681" sldId="2147483967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22.774" v="104"/>
          <pc:sldLayoutMkLst>
            <pc:docMk/>
            <pc:sldMasterMk cId="2991139755" sldId="2147483951"/>
            <pc:sldLayoutMk cId="4118857669" sldId="2147483968"/>
          </pc:sldLayoutMkLst>
        </pc:sldLayoutChg>
      </pc:sldMasterChg>
      <pc:sldMasterChg chg="add del addSldLayout delSldLayout modSldLayout">
        <pc:chgData name="Cocker, Robert" userId="S::robert.cocker@mavs.uta.edu::383dd998-4638-40e9-8b89-1cdb79ff8613" providerId="AD" clId="Web-{1DFE50B5-42B8-2FC5-446C-7BF54C062702}" dt="2025-06-23T06:07:35.398" v="105"/>
        <pc:sldMasterMkLst>
          <pc:docMk/>
          <pc:sldMasterMk cId="1235256098" sldId="2147483969"/>
        </pc:sldMasterMkLst>
        <pc:sldLayoutChg chg="add del mod replId">
          <pc:chgData name="Cocker, Robert" userId="S::robert.cocker@mavs.uta.edu::383dd998-4638-40e9-8b89-1cdb79ff8613" providerId="AD" clId="Web-{1DFE50B5-42B8-2FC5-446C-7BF54C062702}" dt="2025-06-23T06:07:35.398" v="105"/>
          <pc:sldLayoutMkLst>
            <pc:docMk/>
            <pc:sldMasterMk cId="1235256098" sldId="2147483969"/>
            <pc:sldLayoutMk cId="3197367130" sldId="2147483970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35.398" v="105"/>
          <pc:sldLayoutMkLst>
            <pc:docMk/>
            <pc:sldMasterMk cId="1235256098" sldId="2147483969"/>
            <pc:sldLayoutMk cId="1147768355" sldId="2147483971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35.398" v="105"/>
          <pc:sldLayoutMkLst>
            <pc:docMk/>
            <pc:sldMasterMk cId="1235256098" sldId="2147483969"/>
            <pc:sldLayoutMk cId="2250947294" sldId="2147483972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35.398" v="105"/>
          <pc:sldLayoutMkLst>
            <pc:docMk/>
            <pc:sldMasterMk cId="1235256098" sldId="2147483969"/>
            <pc:sldLayoutMk cId="2137408790" sldId="2147483973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35.398" v="105"/>
          <pc:sldLayoutMkLst>
            <pc:docMk/>
            <pc:sldMasterMk cId="1235256098" sldId="2147483969"/>
            <pc:sldLayoutMk cId="1118054803" sldId="2147483974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35.398" v="105"/>
          <pc:sldLayoutMkLst>
            <pc:docMk/>
            <pc:sldMasterMk cId="1235256098" sldId="2147483969"/>
            <pc:sldLayoutMk cId="3839995818" sldId="2147483975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35.398" v="105"/>
          <pc:sldLayoutMkLst>
            <pc:docMk/>
            <pc:sldMasterMk cId="1235256098" sldId="2147483969"/>
            <pc:sldLayoutMk cId="4228023043" sldId="2147483976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35.398" v="105"/>
          <pc:sldLayoutMkLst>
            <pc:docMk/>
            <pc:sldMasterMk cId="1235256098" sldId="2147483969"/>
            <pc:sldLayoutMk cId="3912542581" sldId="2147483977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35.398" v="105"/>
          <pc:sldLayoutMkLst>
            <pc:docMk/>
            <pc:sldMasterMk cId="1235256098" sldId="2147483969"/>
            <pc:sldLayoutMk cId="3231524652" sldId="2147483978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35.398" v="105"/>
          <pc:sldLayoutMkLst>
            <pc:docMk/>
            <pc:sldMasterMk cId="1235256098" sldId="2147483969"/>
            <pc:sldLayoutMk cId="4211891332" sldId="2147483979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35.398" v="105"/>
          <pc:sldLayoutMkLst>
            <pc:docMk/>
            <pc:sldMasterMk cId="1235256098" sldId="2147483969"/>
            <pc:sldLayoutMk cId="3037626358" sldId="2147483980"/>
          </pc:sldLayoutMkLst>
        </pc:sldLayoutChg>
      </pc:sldMasterChg>
      <pc:sldMasterChg chg="add del addSldLayout delSldLayout modSldLayout">
        <pc:chgData name="Cocker, Robert" userId="S::robert.cocker@mavs.uta.edu::383dd998-4638-40e9-8b89-1cdb79ff8613" providerId="AD" clId="Web-{1DFE50B5-42B8-2FC5-446C-7BF54C062702}" dt="2025-06-23T06:07:37.070" v="106"/>
        <pc:sldMasterMkLst>
          <pc:docMk/>
          <pc:sldMasterMk cId="4038573588" sldId="2147483981"/>
        </pc:sldMasterMkLst>
        <pc:sldLayoutChg chg="add del mod replId">
          <pc:chgData name="Cocker, Robert" userId="S::robert.cocker@mavs.uta.edu::383dd998-4638-40e9-8b89-1cdb79ff8613" providerId="AD" clId="Web-{1DFE50B5-42B8-2FC5-446C-7BF54C062702}" dt="2025-06-23T06:07:37.070" v="106"/>
          <pc:sldLayoutMkLst>
            <pc:docMk/>
            <pc:sldMasterMk cId="4038573588" sldId="2147483981"/>
            <pc:sldLayoutMk cId="1278550461" sldId="2147483982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37.070" v="106"/>
          <pc:sldLayoutMkLst>
            <pc:docMk/>
            <pc:sldMasterMk cId="4038573588" sldId="2147483981"/>
            <pc:sldLayoutMk cId="944920242" sldId="2147483983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37.070" v="106"/>
          <pc:sldLayoutMkLst>
            <pc:docMk/>
            <pc:sldMasterMk cId="4038573588" sldId="2147483981"/>
            <pc:sldLayoutMk cId="2352852849" sldId="2147483984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37.070" v="106"/>
          <pc:sldLayoutMkLst>
            <pc:docMk/>
            <pc:sldMasterMk cId="4038573588" sldId="2147483981"/>
            <pc:sldLayoutMk cId="3176780767" sldId="2147483985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37.070" v="106"/>
          <pc:sldLayoutMkLst>
            <pc:docMk/>
            <pc:sldMasterMk cId="4038573588" sldId="2147483981"/>
            <pc:sldLayoutMk cId="2044694830" sldId="2147483986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37.070" v="106"/>
          <pc:sldLayoutMkLst>
            <pc:docMk/>
            <pc:sldMasterMk cId="4038573588" sldId="2147483981"/>
            <pc:sldLayoutMk cId="2857150344" sldId="2147483987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37.070" v="106"/>
          <pc:sldLayoutMkLst>
            <pc:docMk/>
            <pc:sldMasterMk cId="4038573588" sldId="2147483981"/>
            <pc:sldLayoutMk cId="1738248143" sldId="2147483988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37.070" v="106"/>
          <pc:sldLayoutMkLst>
            <pc:docMk/>
            <pc:sldMasterMk cId="4038573588" sldId="2147483981"/>
            <pc:sldLayoutMk cId="99692917" sldId="2147483989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37.070" v="106"/>
          <pc:sldLayoutMkLst>
            <pc:docMk/>
            <pc:sldMasterMk cId="4038573588" sldId="2147483981"/>
            <pc:sldLayoutMk cId="4176688355" sldId="2147483990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37.070" v="106"/>
          <pc:sldLayoutMkLst>
            <pc:docMk/>
            <pc:sldMasterMk cId="4038573588" sldId="2147483981"/>
            <pc:sldLayoutMk cId="194229662" sldId="2147483991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37.070" v="106"/>
          <pc:sldLayoutMkLst>
            <pc:docMk/>
            <pc:sldMasterMk cId="4038573588" sldId="2147483981"/>
            <pc:sldLayoutMk cId="3638139679" sldId="2147483992"/>
          </pc:sldLayoutMkLst>
        </pc:sldLayoutChg>
      </pc:sldMasterChg>
      <pc:sldMasterChg chg="add del addSldLayout delSldLayout modSldLayout">
        <pc:chgData name="Cocker, Robert" userId="S::robert.cocker@mavs.uta.edu::383dd998-4638-40e9-8b89-1cdb79ff8613" providerId="AD" clId="Web-{1DFE50B5-42B8-2FC5-446C-7BF54C062702}" dt="2025-06-23T06:07:46.477" v="107"/>
        <pc:sldMasterMkLst>
          <pc:docMk/>
          <pc:sldMasterMk cId="662296747" sldId="2147483993"/>
        </pc:sldMasterMkLst>
        <pc:sldLayoutChg chg="add del mod replId">
          <pc:chgData name="Cocker, Robert" userId="S::robert.cocker@mavs.uta.edu::383dd998-4638-40e9-8b89-1cdb79ff8613" providerId="AD" clId="Web-{1DFE50B5-42B8-2FC5-446C-7BF54C062702}" dt="2025-06-23T06:07:46.477" v="107"/>
          <pc:sldLayoutMkLst>
            <pc:docMk/>
            <pc:sldMasterMk cId="662296747" sldId="2147483993"/>
            <pc:sldLayoutMk cId="438619141" sldId="2147483994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46.477" v="107"/>
          <pc:sldLayoutMkLst>
            <pc:docMk/>
            <pc:sldMasterMk cId="662296747" sldId="2147483993"/>
            <pc:sldLayoutMk cId="1221885088" sldId="2147483995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46.477" v="107"/>
          <pc:sldLayoutMkLst>
            <pc:docMk/>
            <pc:sldMasterMk cId="662296747" sldId="2147483993"/>
            <pc:sldLayoutMk cId="2456124480" sldId="2147483996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46.477" v="107"/>
          <pc:sldLayoutMkLst>
            <pc:docMk/>
            <pc:sldMasterMk cId="662296747" sldId="2147483993"/>
            <pc:sldLayoutMk cId="736946184" sldId="2147483997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46.477" v="107"/>
          <pc:sldLayoutMkLst>
            <pc:docMk/>
            <pc:sldMasterMk cId="662296747" sldId="2147483993"/>
            <pc:sldLayoutMk cId="1377891707" sldId="2147483998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46.477" v="107"/>
          <pc:sldLayoutMkLst>
            <pc:docMk/>
            <pc:sldMasterMk cId="662296747" sldId="2147483993"/>
            <pc:sldLayoutMk cId="3766853758" sldId="2147483999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46.477" v="107"/>
          <pc:sldLayoutMkLst>
            <pc:docMk/>
            <pc:sldMasterMk cId="662296747" sldId="2147483993"/>
            <pc:sldLayoutMk cId="493860401" sldId="2147484000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46.477" v="107"/>
          <pc:sldLayoutMkLst>
            <pc:docMk/>
            <pc:sldMasterMk cId="662296747" sldId="2147483993"/>
            <pc:sldLayoutMk cId="2565726099" sldId="2147484001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46.477" v="107"/>
          <pc:sldLayoutMkLst>
            <pc:docMk/>
            <pc:sldMasterMk cId="662296747" sldId="2147483993"/>
            <pc:sldLayoutMk cId="3768565094" sldId="2147484002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46.477" v="107"/>
          <pc:sldLayoutMkLst>
            <pc:docMk/>
            <pc:sldMasterMk cId="662296747" sldId="2147483993"/>
            <pc:sldLayoutMk cId="190078363" sldId="2147484003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46.477" v="107"/>
          <pc:sldLayoutMkLst>
            <pc:docMk/>
            <pc:sldMasterMk cId="662296747" sldId="2147483993"/>
            <pc:sldLayoutMk cId="1308425230" sldId="2147484004"/>
          </pc:sldLayoutMkLst>
        </pc:sldLayoutChg>
      </pc:sldMasterChg>
      <pc:sldMasterChg chg="add del addSldLayout delSldLayout modSldLayout">
        <pc:chgData name="Cocker, Robert" userId="S::robert.cocker@mavs.uta.edu::383dd998-4638-40e9-8b89-1cdb79ff8613" providerId="AD" clId="Web-{1DFE50B5-42B8-2FC5-446C-7BF54C062702}" dt="2025-06-23T06:07:53.180" v="108"/>
        <pc:sldMasterMkLst>
          <pc:docMk/>
          <pc:sldMasterMk cId="3664972012" sldId="2147484005"/>
        </pc:sldMasterMkLst>
        <pc:sldLayoutChg chg="add del mod replId">
          <pc:chgData name="Cocker, Robert" userId="S::robert.cocker@mavs.uta.edu::383dd998-4638-40e9-8b89-1cdb79ff8613" providerId="AD" clId="Web-{1DFE50B5-42B8-2FC5-446C-7BF54C062702}" dt="2025-06-23T06:07:53.180" v="108"/>
          <pc:sldLayoutMkLst>
            <pc:docMk/>
            <pc:sldMasterMk cId="3664972012" sldId="2147484005"/>
            <pc:sldLayoutMk cId="480841670" sldId="2147484006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53.180" v="108"/>
          <pc:sldLayoutMkLst>
            <pc:docMk/>
            <pc:sldMasterMk cId="3664972012" sldId="2147484005"/>
            <pc:sldLayoutMk cId="2038145565" sldId="2147484007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53.180" v="108"/>
          <pc:sldLayoutMkLst>
            <pc:docMk/>
            <pc:sldMasterMk cId="3664972012" sldId="2147484005"/>
            <pc:sldLayoutMk cId="2328087626" sldId="2147484008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53.180" v="108"/>
          <pc:sldLayoutMkLst>
            <pc:docMk/>
            <pc:sldMasterMk cId="3664972012" sldId="2147484005"/>
            <pc:sldLayoutMk cId="2770459077" sldId="2147484009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53.180" v="108"/>
          <pc:sldLayoutMkLst>
            <pc:docMk/>
            <pc:sldMasterMk cId="3664972012" sldId="2147484005"/>
            <pc:sldLayoutMk cId="2021365748" sldId="2147484010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53.180" v="108"/>
          <pc:sldLayoutMkLst>
            <pc:docMk/>
            <pc:sldMasterMk cId="3664972012" sldId="2147484005"/>
            <pc:sldLayoutMk cId="3742015032" sldId="2147484011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53.180" v="108"/>
          <pc:sldLayoutMkLst>
            <pc:docMk/>
            <pc:sldMasterMk cId="3664972012" sldId="2147484005"/>
            <pc:sldLayoutMk cId="3429203471" sldId="2147484012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53.180" v="108"/>
          <pc:sldLayoutMkLst>
            <pc:docMk/>
            <pc:sldMasterMk cId="3664972012" sldId="2147484005"/>
            <pc:sldLayoutMk cId="474119951" sldId="2147484013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53.180" v="108"/>
          <pc:sldLayoutMkLst>
            <pc:docMk/>
            <pc:sldMasterMk cId="3664972012" sldId="2147484005"/>
            <pc:sldLayoutMk cId="2867393777" sldId="2147484014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53.180" v="108"/>
          <pc:sldLayoutMkLst>
            <pc:docMk/>
            <pc:sldMasterMk cId="3664972012" sldId="2147484005"/>
            <pc:sldLayoutMk cId="3554738261" sldId="2147484015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53.180" v="108"/>
          <pc:sldLayoutMkLst>
            <pc:docMk/>
            <pc:sldMasterMk cId="3664972012" sldId="2147484005"/>
            <pc:sldLayoutMk cId="3963703864" sldId="2147484016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53.180" v="108"/>
          <pc:sldLayoutMkLst>
            <pc:docMk/>
            <pc:sldMasterMk cId="3664972012" sldId="2147484005"/>
            <pc:sldLayoutMk cId="3427264186" sldId="2147484017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53.180" v="108"/>
          <pc:sldLayoutMkLst>
            <pc:docMk/>
            <pc:sldMasterMk cId="3664972012" sldId="2147484005"/>
            <pc:sldLayoutMk cId="96357263" sldId="2147484018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53.180" v="108"/>
          <pc:sldLayoutMkLst>
            <pc:docMk/>
            <pc:sldMasterMk cId="3664972012" sldId="2147484005"/>
            <pc:sldLayoutMk cId="1244739245" sldId="2147484019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53.180" v="108"/>
          <pc:sldLayoutMkLst>
            <pc:docMk/>
            <pc:sldMasterMk cId="3664972012" sldId="2147484005"/>
            <pc:sldLayoutMk cId="3965176791" sldId="2147484020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53.180" v="108"/>
          <pc:sldLayoutMkLst>
            <pc:docMk/>
            <pc:sldMasterMk cId="3664972012" sldId="2147484005"/>
            <pc:sldLayoutMk cId="246950741" sldId="2147484021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53.180" v="108"/>
          <pc:sldLayoutMkLst>
            <pc:docMk/>
            <pc:sldMasterMk cId="3664972012" sldId="2147484005"/>
            <pc:sldLayoutMk cId="2376884112" sldId="2147484022"/>
          </pc:sldLayoutMkLst>
        </pc:sldLayoutChg>
      </pc:sldMasterChg>
      <pc:sldMasterChg chg="add del addSldLayout delSldLayout modSldLayout">
        <pc:chgData name="Cocker, Robert" userId="S::robert.cocker@mavs.uta.edu::383dd998-4638-40e9-8b89-1cdb79ff8613" providerId="AD" clId="Web-{1DFE50B5-42B8-2FC5-446C-7BF54C062702}" dt="2025-06-23T06:07:58.133" v="109"/>
        <pc:sldMasterMkLst>
          <pc:docMk/>
          <pc:sldMasterMk cId="3531618800" sldId="2147484023"/>
        </pc:sldMasterMkLst>
        <pc:sldLayoutChg chg="add del mod replId">
          <pc:chgData name="Cocker, Robert" userId="S::robert.cocker@mavs.uta.edu::383dd998-4638-40e9-8b89-1cdb79ff8613" providerId="AD" clId="Web-{1DFE50B5-42B8-2FC5-446C-7BF54C062702}" dt="2025-06-23T06:07:58.133" v="109"/>
          <pc:sldLayoutMkLst>
            <pc:docMk/>
            <pc:sldMasterMk cId="3531618800" sldId="2147484023"/>
            <pc:sldLayoutMk cId="812504444" sldId="2147484024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58.133" v="109"/>
          <pc:sldLayoutMkLst>
            <pc:docMk/>
            <pc:sldMasterMk cId="3531618800" sldId="2147484023"/>
            <pc:sldLayoutMk cId="2313711794" sldId="2147484025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58.133" v="109"/>
          <pc:sldLayoutMkLst>
            <pc:docMk/>
            <pc:sldMasterMk cId="3531618800" sldId="2147484023"/>
            <pc:sldLayoutMk cId="1459928081" sldId="2147484026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58.133" v="109"/>
          <pc:sldLayoutMkLst>
            <pc:docMk/>
            <pc:sldMasterMk cId="3531618800" sldId="2147484023"/>
            <pc:sldLayoutMk cId="2926238173" sldId="2147484027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58.133" v="109"/>
          <pc:sldLayoutMkLst>
            <pc:docMk/>
            <pc:sldMasterMk cId="3531618800" sldId="2147484023"/>
            <pc:sldLayoutMk cId="2430818469" sldId="2147484028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58.133" v="109"/>
          <pc:sldLayoutMkLst>
            <pc:docMk/>
            <pc:sldMasterMk cId="3531618800" sldId="2147484023"/>
            <pc:sldLayoutMk cId="656049649" sldId="2147484029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58.133" v="109"/>
          <pc:sldLayoutMkLst>
            <pc:docMk/>
            <pc:sldMasterMk cId="3531618800" sldId="2147484023"/>
            <pc:sldLayoutMk cId="3894551769" sldId="2147484030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58.133" v="109"/>
          <pc:sldLayoutMkLst>
            <pc:docMk/>
            <pc:sldMasterMk cId="3531618800" sldId="2147484023"/>
            <pc:sldLayoutMk cId="1013169519" sldId="2147484031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58.133" v="109"/>
          <pc:sldLayoutMkLst>
            <pc:docMk/>
            <pc:sldMasterMk cId="3531618800" sldId="2147484023"/>
            <pc:sldLayoutMk cId="3801036257" sldId="2147484032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58.133" v="109"/>
          <pc:sldLayoutMkLst>
            <pc:docMk/>
            <pc:sldMasterMk cId="3531618800" sldId="2147484023"/>
            <pc:sldLayoutMk cId="2837439853" sldId="2147484033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58.133" v="109"/>
          <pc:sldLayoutMkLst>
            <pc:docMk/>
            <pc:sldMasterMk cId="3531618800" sldId="2147484023"/>
            <pc:sldLayoutMk cId="2959071665" sldId="2147484034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58.133" v="109"/>
          <pc:sldLayoutMkLst>
            <pc:docMk/>
            <pc:sldMasterMk cId="3531618800" sldId="2147484023"/>
            <pc:sldLayoutMk cId="3409832129" sldId="2147484035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58.133" v="109"/>
          <pc:sldLayoutMkLst>
            <pc:docMk/>
            <pc:sldMasterMk cId="3531618800" sldId="2147484023"/>
            <pc:sldLayoutMk cId="3128228993" sldId="2147484036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58.133" v="109"/>
          <pc:sldLayoutMkLst>
            <pc:docMk/>
            <pc:sldMasterMk cId="3531618800" sldId="2147484023"/>
            <pc:sldLayoutMk cId="3077138685" sldId="2147484037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58.133" v="109"/>
          <pc:sldLayoutMkLst>
            <pc:docMk/>
            <pc:sldMasterMk cId="3531618800" sldId="2147484023"/>
            <pc:sldLayoutMk cId="1040001817" sldId="2147484038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58.133" v="109"/>
          <pc:sldLayoutMkLst>
            <pc:docMk/>
            <pc:sldMasterMk cId="3531618800" sldId="2147484023"/>
            <pc:sldLayoutMk cId="4129734961" sldId="2147484039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7:58.133" v="109"/>
          <pc:sldLayoutMkLst>
            <pc:docMk/>
            <pc:sldMasterMk cId="3531618800" sldId="2147484023"/>
            <pc:sldLayoutMk cId="1566816877" sldId="2147484040"/>
          </pc:sldLayoutMkLst>
        </pc:sldLayoutChg>
      </pc:sldMasterChg>
      <pc:sldMasterChg chg="add del addSldLayout delSldLayout modSldLayout">
        <pc:chgData name="Cocker, Robert" userId="S::robert.cocker@mavs.uta.edu::383dd998-4638-40e9-8b89-1cdb79ff8613" providerId="AD" clId="Web-{1DFE50B5-42B8-2FC5-446C-7BF54C062702}" dt="2025-06-23T06:08:02.711" v="110"/>
        <pc:sldMasterMkLst>
          <pc:docMk/>
          <pc:sldMasterMk cId="1658559657" sldId="2147484041"/>
        </pc:sldMasterMkLst>
        <pc:sldLayoutChg chg="add del mod replId">
          <pc:chgData name="Cocker, Robert" userId="S::robert.cocker@mavs.uta.edu::383dd998-4638-40e9-8b89-1cdb79ff8613" providerId="AD" clId="Web-{1DFE50B5-42B8-2FC5-446C-7BF54C062702}" dt="2025-06-23T06:08:02.711" v="110"/>
          <pc:sldLayoutMkLst>
            <pc:docMk/>
            <pc:sldMasterMk cId="1658559657" sldId="2147484041"/>
            <pc:sldLayoutMk cId="923600167" sldId="2147484042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02.711" v="110"/>
          <pc:sldLayoutMkLst>
            <pc:docMk/>
            <pc:sldMasterMk cId="1658559657" sldId="2147484041"/>
            <pc:sldLayoutMk cId="573017510" sldId="2147484043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02.711" v="110"/>
          <pc:sldLayoutMkLst>
            <pc:docMk/>
            <pc:sldMasterMk cId="1658559657" sldId="2147484041"/>
            <pc:sldLayoutMk cId="893076383" sldId="2147484044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02.711" v="110"/>
          <pc:sldLayoutMkLst>
            <pc:docMk/>
            <pc:sldMasterMk cId="1658559657" sldId="2147484041"/>
            <pc:sldLayoutMk cId="2151283296" sldId="2147484045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02.711" v="110"/>
          <pc:sldLayoutMkLst>
            <pc:docMk/>
            <pc:sldMasterMk cId="1658559657" sldId="2147484041"/>
            <pc:sldLayoutMk cId="1903277275" sldId="2147484046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02.711" v="110"/>
          <pc:sldLayoutMkLst>
            <pc:docMk/>
            <pc:sldMasterMk cId="1658559657" sldId="2147484041"/>
            <pc:sldLayoutMk cId="3404329807" sldId="2147484047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02.711" v="110"/>
          <pc:sldLayoutMkLst>
            <pc:docMk/>
            <pc:sldMasterMk cId="1658559657" sldId="2147484041"/>
            <pc:sldLayoutMk cId="2664182197" sldId="2147484048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02.711" v="110"/>
          <pc:sldLayoutMkLst>
            <pc:docMk/>
            <pc:sldMasterMk cId="1658559657" sldId="2147484041"/>
            <pc:sldLayoutMk cId="1032975044" sldId="2147484049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02.711" v="110"/>
          <pc:sldLayoutMkLst>
            <pc:docMk/>
            <pc:sldMasterMk cId="1658559657" sldId="2147484041"/>
            <pc:sldLayoutMk cId="3648743320" sldId="2147484050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02.711" v="110"/>
          <pc:sldLayoutMkLst>
            <pc:docMk/>
            <pc:sldMasterMk cId="1658559657" sldId="2147484041"/>
            <pc:sldLayoutMk cId="1424900250" sldId="2147484051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02.711" v="110"/>
          <pc:sldLayoutMkLst>
            <pc:docMk/>
            <pc:sldMasterMk cId="1658559657" sldId="2147484041"/>
            <pc:sldLayoutMk cId="4196349466" sldId="2147484052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02.711" v="110"/>
          <pc:sldLayoutMkLst>
            <pc:docMk/>
            <pc:sldMasterMk cId="1658559657" sldId="2147484041"/>
            <pc:sldLayoutMk cId="1348755866" sldId="2147484053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02.711" v="110"/>
          <pc:sldLayoutMkLst>
            <pc:docMk/>
            <pc:sldMasterMk cId="1658559657" sldId="2147484041"/>
            <pc:sldLayoutMk cId="47004930" sldId="2147484054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02.711" v="110"/>
          <pc:sldLayoutMkLst>
            <pc:docMk/>
            <pc:sldMasterMk cId="1658559657" sldId="2147484041"/>
            <pc:sldLayoutMk cId="1246157719" sldId="2147484055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02.711" v="110"/>
          <pc:sldLayoutMkLst>
            <pc:docMk/>
            <pc:sldMasterMk cId="1658559657" sldId="2147484041"/>
            <pc:sldLayoutMk cId="3484939660" sldId="2147484056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02.711" v="110"/>
          <pc:sldLayoutMkLst>
            <pc:docMk/>
            <pc:sldMasterMk cId="1658559657" sldId="2147484041"/>
            <pc:sldLayoutMk cId="126384397" sldId="2147484057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02.711" v="110"/>
          <pc:sldLayoutMkLst>
            <pc:docMk/>
            <pc:sldMasterMk cId="1658559657" sldId="2147484041"/>
            <pc:sldLayoutMk cId="2314938938" sldId="2147484058"/>
          </pc:sldLayoutMkLst>
        </pc:sldLayoutChg>
      </pc:sldMasterChg>
      <pc:sldMasterChg chg="add del addSldLayout delSldLayout modSldLayout">
        <pc:chgData name="Cocker, Robert" userId="S::robert.cocker@mavs.uta.edu::383dd998-4638-40e9-8b89-1cdb79ff8613" providerId="AD" clId="Web-{1DFE50B5-42B8-2FC5-446C-7BF54C062702}" dt="2025-06-23T06:08:21.852" v="111"/>
        <pc:sldMasterMkLst>
          <pc:docMk/>
          <pc:sldMasterMk cId="1753267875" sldId="2147484059"/>
        </pc:sldMasterMkLst>
        <pc:sldLayoutChg chg="add del mod replId">
          <pc:chgData name="Cocker, Robert" userId="S::robert.cocker@mavs.uta.edu::383dd998-4638-40e9-8b89-1cdb79ff8613" providerId="AD" clId="Web-{1DFE50B5-42B8-2FC5-446C-7BF54C062702}" dt="2025-06-23T06:08:21.852" v="111"/>
          <pc:sldLayoutMkLst>
            <pc:docMk/>
            <pc:sldMasterMk cId="1753267875" sldId="2147484059"/>
            <pc:sldLayoutMk cId="1000969265" sldId="2147484060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21.852" v="111"/>
          <pc:sldLayoutMkLst>
            <pc:docMk/>
            <pc:sldMasterMk cId="1753267875" sldId="2147484059"/>
            <pc:sldLayoutMk cId="3455451522" sldId="2147484061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21.852" v="111"/>
          <pc:sldLayoutMkLst>
            <pc:docMk/>
            <pc:sldMasterMk cId="1753267875" sldId="2147484059"/>
            <pc:sldLayoutMk cId="2769069112" sldId="2147484062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21.852" v="111"/>
          <pc:sldLayoutMkLst>
            <pc:docMk/>
            <pc:sldMasterMk cId="1753267875" sldId="2147484059"/>
            <pc:sldLayoutMk cId="320902248" sldId="2147484063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21.852" v="111"/>
          <pc:sldLayoutMkLst>
            <pc:docMk/>
            <pc:sldMasterMk cId="1753267875" sldId="2147484059"/>
            <pc:sldLayoutMk cId="305910993" sldId="2147484064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21.852" v="111"/>
          <pc:sldLayoutMkLst>
            <pc:docMk/>
            <pc:sldMasterMk cId="1753267875" sldId="2147484059"/>
            <pc:sldLayoutMk cId="3499720995" sldId="2147484065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21.852" v="111"/>
          <pc:sldLayoutMkLst>
            <pc:docMk/>
            <pc:sldMasterMk cId="1753267875" sldId="2147484059"/>
            <pc:sldLayoutMk cId="1060661520" sldId="2147484066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21.852" v="111"/>
          <pc:sldLayoutMkLst>
            <pc:docMk/>
            <pc:sldMasterMk cId="1753267875" sldId="2147484059"/>
            <pc:sldLayoutMk cId="460057787" sldId="2147484067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21.852" v="111"/>
          <pc:sldLayoutMkLst>
            <pc:docMk/>
            <pc:sldMasterMk cId="1753267875" sldId="2147484059"/>
            <pc:sldLayoutMk cId="3674441474" sldId="2147484068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21.852" v="111"/>
          <pc:sldLayoutMkLst>
            <pc:docMk/>
            <pc:sldMasterMk cId="1753267875" sldId="2147484059"/>
            <pc:sldLayoutMk cId="2913953922" sldId="2147484069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21.852" v="111"/>
          <pc:sldLayoutMkLst>
            <pc:docMk/>
            <pc:sldMasterMk cId="1753267875" sldId="2147484059"/>
            <pc:sldLayoutMk cId="3515779410" sldId="2147484070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21.852" v="111"/>
          <pc:sldLayoutMkLst>
            <pc:docMk/>
            <pc:sldMasterMk cId="1753267875" sldId="2147484059"/>
            <pc:sldLayoutMk cId="3135997714" sldId="2147484071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21.852" v="111"/>
          <pc:sldLayoutMkLst>
            <pc:docMk/>
            <pc:sldMasterMk cId="1753267875" sldId="2147484059"/>
            <pc:sldLayoutMk cId="44221864" sldId="2147484072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21.852" v="111"/>
          <pc:sldLayoutMkLst>
            <pc:docMk/>
            <pc:sldMasterMk cId="1753267875" sldId="2147484059"/>
            <pc:sldLayoutMk cId="892593072" sldId="2147484073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21.852" v="111"/>
          <pc:sldLayoutMkLst>
            <pc:docMk/>
            <pc:sldMasterMk cId="1753267875" sldId="2147484059"/>
            <pc:sldLayoutMk cId="755805112" sldId="2147484074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21.852" v="111"/>
          <pc:sldLayoutMkLst>
            <pc:docMk/>
            <pc:sldMasterMk cId="1753267875" sldId="2147484059"/>
            <pc:sldLayoutMk cId="1622677806" sldId="2147484075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21.852" v="111"/>
          <pc:sldLayoutMkLst>
            <pc:docMk/>
            <pc:sldMasterMk cId="1753267875" sldId="2147484059"/>
            <pc:sldLayoutMk cId="2928301590" sldId="2147484076"/>
          </pc:sldLayoutMkLst>
        </pc:sldLayoutChg>
      </pc:sldMasterChg>
      <pc:sldMasterChg chg="add del addSldLayout delSldLayout modSldLayout">
        <pc:chgData name="Cocker, Robert" userId="S::robert.cocker@mavs.uta.edu::383dd998-4638-40e9-8b89-1cdb79ff8613" providerId="AD" clId="Web-{1DFE50B5-42B8-2FC5-446C-7BF54C062702}" dt="2025-06-23T06:08:27.117" v="112"/>
        <pc:sldMasterMkLst>
          <pc:docMk/>
          <pc:sldMasterMk cId="1847914717" sldId="2147484077"/>
        </pc:sldMasterMkLst>
        <pc:sldLayoutChg chg="add del mod replId">
          <pc:chgData name="Cocker, Robert" userId="S::robert.cocker@mavs.uta.edu::383dd998-4638-40e9-8b89-1cdb79ff8613" providerId="AD" clId="Web-{1DFE50B5-42B8-2FC5-446C-7BF54C062702}" dt="2025-06-23T06:08:27.117" v="112"/>
          <pc:sldLayoutMkLst>
            <pc:docMk/>
            <pc:sldMasterMk cId="1847914717" sldId="2147484077"/>
            <pc:sldLayoutMk cId="3505551688" sldId="2147484078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27.117" v="112"/>
          <pc:sldLayoutMkLst>
            <pc:docMk/>
            <pc:sldMasterMk cId="1847914717" sldId="2147484077"/>
            <pc:sldLayoutMk cId="3935324986" sldId="2147484079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27.117" v="112"/>
          <pc:sldLayoutMkLst>
            <pc:docMk/>
            <pc:sldMasterMk cId="1847914717" sldId="2147484077"/>
            <pc:sldLayoutMk cId="751759630" sldId="2147484080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27.117" v="112"/>
          <pc:sldLayoutMkLst>
            <pc:docMk/>
            <pc:sldMasterMk cId="1847914717" sldId="2147484077"/>
            <pc:sldLayoutMk cId="1322047435" sldId="2147484081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27.117" v="112"/>
          <pc:sldLayoutMkLst>
            <pc:docMk/>
            <pc:sldMasterMk cId="1847914717" sldId="2147484077"/>
            <pc:sldLayoutMk cId="2840198490" sldId="2147484082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27.117" v="112"/>
          <pc:sldLayoutMkLst>
            <pc:docMk/>
            <pc:sldMasterMk cId="1847914717" sldId="2147484077"/>
            <pc:sldLayoutMk cId="1498785344" sldId="2147484083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27.117" v="112"/>
          <pc:sldLayoutMkLst>
            <pc:docMk/>
            <pc:sldMasterMk cId="1847914717" sldId="2147484077"/>
            <pc:sldLayoutMk cId="4058760061" sldId="2147484084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27.117" v="112"/>
          <pc:sldLayoutMkLst>
            <pc:docMk/>
            <pc:sldMasterMk cId="1847914717" sldId="2147484077"/>
            <pc:sldLayoutMk cId="3797071164" sldId="2147484085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27.117" v="112"/>
          <pc:sldLayoutMkLst>
            <pc:docMk/>
            <pc:sldMasterMk cId="1847914717" sldId="2147484077"/>
            <pc:sldLayoutMk cId="1568124249" sldId="2147484086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27.117" v="112"/>
          <pc:sldLayoutMkLst>
            <pc:docMk/>
            <pc:sldMasterMk cId="1847914717" sldId="2147484077"/>
            <pc:sldLayoutMk cId="1031893117" sldId="2147484087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27.117" v="112"/>
          <pc:sldLayoutMkLst>
            <pc:docMk/>
            <pc:sldMasterMk cId="1847914717" sldId="2147484077"/>
            <pc:sldLayoutMk cId="182391994" sldId="2147484088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27.117" v="112"/>
          <pc:sldLayoutMkLst>
            <pc:docMk/>
            <pc:sldMasterMk cId="1847914717" sldId="2147484077"/>
            <pc:sldLayoutMk cId="998628912" sldId="2147484089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27.117" v="112"/>
          <pc:sldLayoutMkLst>
            <pc:docMk/>
            <pc:sldMasterMk cId="1847914717" sldId="2147484077"/>
            <pc:sldLayoutMk cId="4212300270" sldId="2147484090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27.117" v="112"/>
          <pc:sldLayoutMkLst>
            <pc:docMk/>
            <pc:sldMasterMk cId="1847914717" sldId="2147484077"/>
            <pc:sldLayoutMk cId="833488410" sldId="2147484091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27.117" v="112"/>
          <pc:sldLayoutMkLst>
            <pc:docMk/>
            <pc:sldMasterMk cId="1847914717" sldId="2147484077"/>
            <pc:sldLayoutMk cId="114288289" sldId="2147484092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27.117" v="112"/>
          <pc:sldLayoutMkLst>
            <pc:docMk/>
            <pc:sldMasterMk cId="1847914717" sldId="2147484077"/>
            <pc:sldLayoutMk cId="1374479835" sldId="2147484093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27.117" v="112"/>
          <pc:sldLayoutMkLst>
            <pc:docMk/>
            <pc:sldMasterMk cId="1847914717" sldId="2147484077"/>
            <pc:sldLayoutMk cId="1371918487" sldId="2147484094"/>
          </pc:sldLayoutMkLst>
        </pc:sldLayoutChg>
      </pc:sldMasterChg>
      <pc:sldMasterChg chg="add del addSldLayout delSldLayout modSldLayout">
        <pc:chgData name="Cocker, Robert" userId="S::robert.cocker@mavs.uta.edu::383dd998-4638-40e9-8b89-1cdb79ff8613" providerId="AD" clId="Web-{1DFE50B5-42B8-2FC5-446C-7BF54C062702}" dt="2025-06-23T06:08:33.227" v="113"/>
        <pc:sldMasterMkLst>
          <pc:docMk/>
          <pc:sldMasterMk cId="3286311084" sldId="2147484095"/>
        </pc:sldMasterMkLst>
        <pc:sldLayoutChg chg="add del mod replId">
          <pc:chgData name="Cocker, Robert" userId="S::robert.cocker@mavs.uta.edu::383dd998-4638-40e9-8b89-1cdb79ff8613" providerId="AD" clId="Web-{1DFE50B5-42B8-2FC5-446C-7BF54C062702}" dt="2025-06-23T06:08:33.227" v="113"/>
          <pc:sldLayoutMkLst>
            <pc:docMk/>
            <pc:sldMasterMk cId="3286311084" sldId="2147484095"/>
            <pc:sldLayoutMk cId="716516311" sldId="2147484096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33.227" v="113"/>
          <pc:sldLayoutMkLst>
            <pc:docMk/>
            <pc:sldMasterMk cId="3286311084" sldId="2147484095"/>
            <pc:sldLayoutMk cId="306641194" sldId="2147484097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33.227" v="113"/>
          <pc:sldLayoutMkLst>
            <pc:docMk/>
            <pc:sldMasterMk cId="3286311084" sldId="2147484095"/>
            <pc:sldLayoutMk cId="1789296195" sldId="2147484098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33.227" v="113"/>
          <pc:sldLayoutMkLst>
            <pc:docMk/>
            <pc:sldMasterMk cId="3286311084" sldId="2147484095"/>
            <pc:sldLayoutMk cId="1678428452" sldId="2147484099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33.227" v="113"/>
          <pc:sldLayoutMkLst>
            <pc:docMk/>
            <pc:sldMasterMk cId="3286311084" sldId="2147484095"/>
            <pc:sldLayoutMk cId="2988562493" sldId="2147484100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33.227" v="113"/>
          <pc:sldLayoutMkLst>
            <pc:docMk/>
            <pc:sldMasterMk cId="3286311084" sldId="2147484095"/>
            <pc:sldLayoutMk cId="1981202791" sldId="2147484101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33.227" v="113"/>
          <pc:sldLayoutMkLst>
            <pc:docMk/>
            <pc:sldMasterMk cId="3286311084" sldId="2147484095"/>
            <pc:sldLayoutMk cId="3970663532" sldId="2147484102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33.227" v="113"/>
          <pc:sldLayoutMkLst>
            <pc:docMk/>
            <pc:sldMasterMk cId="3286311084" sldId="2147484095"/>
            <pc:sldLayoutMk cId="132108710" sldId="2147484103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33.227" v="113"/>
          <pc:sldLayoutMkLst>
            <pc:docMk/>
            <pc:sldMasterMk cId="3286311084" sldId="2147484095"/>
            <pc:sldLayoutMk cId="1303024366" sldId="2147484104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33.227" v="113"/>
          <pc:sldLayoutMkLst>
            <pc:docMk/>
            <pc:sldMasterMk cId="3286311084" sldId="2147484095"/>
            <pc:sldLayoutMk cId="504947027" sldId="2147484105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33.227" v="113"/>
          <pc:sldLayoutMkLst>
            <pc:docMk/>
            <pc:sldMasterMk cId="3286311084" sldId="2147484095"/>
            <pc:sldLayoutMk cId="1223864822" sldId="2147484106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33.227" v="113"/>
          <pc:sldLayoutMkLst>
            <pc:docMk/>
            <pc:sldMasterMk cId="3286311084" sldId="2147484095"/>
            <pc:sldLayoutMk cId="2715324019" sldId="2147484107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33.227" v="113"/>
          <pc:sldLayoutMkLst>
            <pc:docMk/>
            <pc:sldMasterMk cId="3286311084" sldId="2147484095"/>
            <pc:sldLayoutMk cId="384725369" sldId="2147484108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33.227" v="113"/>
          <pc:sldLayoutMkLst>
            <pc:docMk/>
            <pc:sldMasterMk cId="3286311084" sldId="2147484095"/>
            <pc:sldLayoutMk cId="1667362444" sldId="2147484109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33.227" v="113"/>
          <pc:sldLayoutMkLst>
            <pc:docMk/>
            <pc:sldMasterMk cId="3286311084" sldId="2147484095"/>
            <pc:sldLayoutMk cId="47885409" sldId="2147484110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33.227" v="113"/>
          <pc:sldLayoutMkLst>
            <pc:docMk/>
            <pc:sldMasterMk cId="3286311084" sldId="2147484095"/>
            <pc:sldLayoutMk cId="373723420" sldId="2147484111"/>
          </pc:sldLayoutMkLst>
        </pc:sldLayoutChg>
        <pc:sldLayoutChg chg="add del mod replId">
          <pc:chgData name="Cocker, Robert" userId="S::robert.cocker@mavs.uta.edu::383dd998-4638-40e9-8b89-1cdb79ff8613" providerId="AD" clId="Web-{1DFE50B5-42B8-2FC5-446C-7BF54C062702}" dt="2025-06-23T06:08:33.227" v="113"/>
          <pc:sldLayoutMkLst>
            <pc:docMk/>
            <pc:sldMasterMk cId="3286311084" sldId="2147484095"/>
            <pc:sldLayoutMk cId="318166838" sldId="2147484112"/>
          </pc:sldLayoutMkLst>
        </pc:sldLayoutChg>
      </pc:sldMasterChg>
      <pc:sldMasterChg chg="add addSldLayout modSldLayout">
        <pc:chgData name="Cocker, Robert" userId="S::robert.cocker@mavs.uta.edu::383dd998-4638-40e9-8b89-1cdb79ff8613" providerId="AD" clId="Web-{1DFE50B5-42B8-2FC5-446C-7BF54C062702}" dt="2025-06-23T06:08:33.227" v="113"/>
        <pc:sldMasterMkLst>
          <pc:docMk/>
          <pc:sldMasterMk cId="1689638590" sldId="2147484113"/>
        </pc:sldMasterMkLst>
        <pc:sldLayoutChg chg="add mod replId">
          <pc:chgData name="Cocker, Robert" userId="S::robert.cocker@mavs.uta.edu::383dd998-4638-40e9-8b89-1cdb79ff8613" providerId="AD" clId="Web-{1DFE50B5-42B8-2FC5-446C-7BF54C062702}" dt="2025-06-23T06:08:33.227" v="113"/>
          <pc:sldLayoutMkLst>
            <pc:docMk/>
            <pc:sldMasterMk cId="1689638590" sldId="2147484113"/>
            <pc:sldLayoutMk cId="933678859" sldId="2147484114"/>
          </pc:sldLayoutMkLst>
        </pc:sldLayoutChg>
        <pc:sldLayoutChg chg="add mod replId">
          <pc:chgData name="Cocker, Robert" userId="S::robert.cocker@mavs.uta.edu::383dd998-4638-40e9-8b89-1cdb79ff8613" providerId="AD" clId="Web-{1DFE50B5-42B8-2FC5-446C-7BF54C062702}" dt="2025-06-23T06:08:33.227" v="113"/>
          <pc:sldLayoutMkLst>
            <pc:docMk/>
            <pc:sldMasterMk cId="1689638590" sldId="2147484113"/>
            <pc:sldLayoutMk cId="3466348782" sldId="2147484115"/>
          </pc:sldLayoutMkLst>
        </pc:sldLayoutChg>
        <pc:sldLayoutChg chg="add mod replId">
          <pc:chgData name="Cocker, Robert" userId="S::robert.cocker@mavs.uta.edu::383dd998-4638-40e9-8b89-1cdb79ff8613" providerId="AD" clId="Web-{1DFE50B5-42B8-2FC5-446C-7BF54C062702}" dt="2025-06-23T06:08:33.227" v="113"/>
          <pc:sldLayoutMkLst>
            <pc:docMk/>
            <pc:sldMasterMk cId="1689638590" sldId="2147484113"/>
            <pc:sldLayoutMk cId="2606462854" sldId="2147484116"/>
          </pc:sldLayoutMkLst>
        </pc:sldLayoutChg>
        <pc:sldLayoutChg chg="add mod replId">
          <pc:chgData name="Cocker, Robert" userId="S::robert.cocker@mavs.uta.edu::383dd998-4638-40e9-8b89-1cdb79ff8613" providerId="AD" clId="Web-{1DFE50B5-42B8-2FC5-446C-7BF54C062702}" dt="2025-06-23T06:08:33.227" v="113"/>
          <pc:sldLayoutMkLst>
            <pc:docMk/>
            <pc:sldMasterMk cId="1689638590" sldId="2147484113"/>
            <pc:sldLayoutMk cId="3853719535" sldId="2147484117"/>
          </pc:sldLayoutMkLst>
        </pc:sldLayoutChg>
        <pc:sldLayoutChg chg="add mod replId">
          <pc:chgData name="Cocker, Robert" userId="S::robert.cocker@mavs.uta.edu::383dd998-4638-40e9-8b89-1cdb79ff8613" providerId="AD" clId="Web-{1DFE50B5-42B8-2FC5-446C-7BF54C062702}" dt="2025-06-23T06:08:33.227" v="113"/>
          <pc:sldLayoutMkLst>
            <pc:docMk/>
            <pc:sldMasterMk cId="1689638590" sldId="2147484113"/>
            <pc:sldLayoutMk cId="935950045" sldId="2147484118"/>
          </pc:sldLayoutMkLst>
        </pc:sldLayoutChg>
        <pc:sldLayoutChg chg="add mod replId">
          <pc:chgData name="Cocker, Robert" userId="S::robert.cocker@mavs.uta.edu::383dd998-4638-40e9-8b89-1cdb79ff8613" providerId="AD" clId="Web-{1DFE50B5-42B8-2FC5-446C-7BF54C062702}" dt="2025-06-23T06:08:33.227" v="113"/>
          <pc:sldLayoutMkLst>
            <pc:docMk/>
            <pc:sldMasterMk cId="1689638590" sldId="2147484113"/>
            <pc:sldLayoutMk cId="689029391" sldId="2147484119"/>
          </pc:sldLayoutMkLst>
        </pc:sldLayoutChg>
        <pc:sldLayoutChg chg="add mod replId">
          <pc:chgData name="Cocker, Robert" userId="S::robert.cocker@mavs.uta.edu::383dd998-4638-40e9-8b89-1cdb79ff8613" providerId="AD" clId="Web-{1DFE50B5-42B8-2FC5-446C-7BF54C062702}" dt="2025-06-23T06:08:33.227" v="113"/>
          <pc:sldLayoutMkLst>
            <pc:docMk/>
            <pc:sldMasterMk cId="1689638590" sldId="2147484113"/>
            <pc:sldLayoutMk cId="887936111" sldId="2147484120"/>
          </pc:sldLayoutMkLst>
        </pc:sldLayoutChg>
        <pc:sldLayoutChg chg="add mod replId">
          <pc:chgData name="Cocker, Robert" userId="S::robert.cocker@mavs.uta.edu::383dd998-4638-40e9-8b89-1cdb79ff8613" providerId="AD" clId="Web-{1DFE50B5-42B8-2FC5-446C-7BF54C062702}" dt="2025-06-23T06:08:33.227" v="113"/>
          <pc:sldLayoutMkLst>
            <pc:docMk/>
            <pc:sldMasterMk cId="1689638590" sldId="2147484113"/>
            <pc:sldLayoutMk cId="774361194" sldId="2147484121"/>
          </pc:sldLayoutMkLst>
        </pc:sldLayoutChg>
        <pc:sldLayoutChg chg="add mod replId">
          <pc:chgData name="Cocker, Robert" userId="S::robert.cocker@mavs.uta.edu::383dd998-4638-40e9-8b89-1cdb79ff8613" providerId="AD" clId="Web-{1DFE50B5-42B8-2FC5-446C-7BF54C062702}" dt="2025-06-23T06:08:33.227" v="113"/>
          <pc:sldLayoutMkLst>
            <pc:docMk/>
            <pc:sldMasterMk cId="1689638590" sldId="2147484113"/>
            <pc:sldLayoutMk cId="3021650845" sldId="2147484122"/>
          </pc:sldLayoutMkLst>
        </pc:sldLayoutChg>
        <pc:sldLayoutChg chg="add mod replId">
          <pc:chgData name="Cocker, Robert" userId="S::robert.cocker@mavs.uta.edu::383dd998-4638-40e9-8b89-1cdb79ff8613" providerId="AD" clId="Web-{1DFE50B5-42B8-2FC5-446C-7BF54C062702}" dt="2025-06-23T06:08:33.227" v="113"/>
          <pc:sldLayoutMkLst>
            <pc:docMk/>
            <pc:sldMasterMk cId="1689638590" sldId="2147484113"/>
            <pc:sldLayoutMk cId="2655743691" sldId="2147484123"/>
          </pc:sldLayoutMkLst>
        </pc:sldLayoutChg>
        <pc:sldLayoutChg chg="add mod replId">
          <pc:chgData name="Cocker, Robert" userId="S::robert.cocker@mavs.uta.edu::383dd998-4638-40e9-8b89-1cdb79ff8613" providerId="AD" clId="Web-{1DFE50B5-42B8-2FC5-446C-7BF54C062702}" dt="2025-06-23T06:08:33.227" v="113"/>
          <pc:sldLayoutMkLst>
            <pc:docMk/>
            <pc:sldMasterMk cId="1689638590" sldId="2147484113"/>
            <pc:sldLayoutMk cId="3779226946" sldId="2147484124"/>
          </pc:sldLayoutMkLst>
        </pc:sldLayoutChg>
        <pc:sldLayoutChg chg="add mod replId">
          <pc:chgData name="Cocker, Robert" userId="S::robert.cocker@mavs.uta.edu::383dd998-4638-40e9-8b89-1cdb79ff8613" providerId="AD" clId="Web-{1DFE50B5-42B8-2FC5-446C-7BF54C062702}" dt="2025-06-23T06:08:33.227" v="113"/>
          <pc:sldLayoutMkLst>
            <pc:docMk/>
            <pc:sldMasterMk cId="1689638590" sldId="2147484113"/>
            <pc:sldLayoutMk cId="3584961531" sldId="2147484125"/>
          </pc:sldLayoutMkLst>
        </pc:sldLayoutChg>
        <pc:sldLayoutChg chg="add mod replId">
          <pc:chgData name="Cocker, Robert" userId="S::robert.cocker@mavs.uta.edu::383dd998-4638-40e9-8b89-1cdb79ff8613" providerId="AD" clId="Web-{1DFE50B5-42B8-2FC5-446C-7BF54C062702}" dt="2025-06-23T06:08:33.227" v="113"/>
          <pc:sldLayoutMkLst>
            <pc:docMk/>
            <pc:sldMasterMk cId="1689638590" sldId="2147484113"/>
            <pc:sldLayoutMk cId="3163268451" sldId="2147484126"/>
          </pc:sldLayoutMkLst>
        </pc:sldLayoutChg>
        <pc:sldLayoutChg chg="add mod replId">
          <pc:chgData name="Cocker, Robert" userId="S::robert.cocker@mavs.uta.edu::383dd998-4638-40e9-8b89-1cdb79ff8613" providerId="AD" clId="Web-{1DFE50B5-42B8-2FC5-446C-7BF54C062702}" dt="2025-06-23T06:08:33.227" v="113"/>
          <pc:sldLayoutMkLst>
            <pc:docMk/>
            <pc:sldMasterMk cId="1689638590" sldId="2147484113"/>
            <pc:sldLayoutMk cId="1156960646" sldId="2147484127"/>
          </pc:sldLayoutMkLst>
        </pc:sldLayoutChg>
        <pc:sldLayoutChg chg="add mod replId">
          <pc:chgData name="Cocker, Robert" userId="S::robert.cocker@mavs.uta.edu::383dd998-4638-40e9-8b89-1cdb79ff8613" providerId="AD" clId="Web-{1DFE50B5-42B8-2FC5-446C-7BF54C062702}" dt="2025-06-23T06:08:33.227" v="113"/>
          <pc:sldLayoutMkLst>
            <pc:docMk/>
            <pc:sldMasterMk cId="1689638590" sldId="2147484113"/>
            <pc:sldLayoutMk cId="3988640726" sldId="2147484128"/>
          </pc:sldLayoutMkLst>
        </pc:sldLayoutChg>
        <pc:sldLayoutChg chg="add mod replId">
          <pc:chgData name="Cocker, Robert" userId="S::robert.cocker@mavs.uta.edu::383dd998-4638-40e9-8b89-1cdb79ff8613" providerId="AD" clId="Web-{1DFE50B5-42B8-2FC5-446C-7BF54C062702}" dt="2025-06-23T06:08:33.227" v="113"/>
          <pc:sldLayoutMkLst>
            <pc:docMk/>
            <pc:sldMasterMk cId="1689638590" sldId="2147484113"/>
            <pc:sldLayoutMk cId="4214483191" sldId="2147484129"/>
          </pc:sldLayoutMkLst>
        </pc:sldLayoutChg>
        <pc:sldLayoutChg chg="add mod replId">
          <pc:chgData name="Cocker, Robert" userId="S::robert.cocker@mavs.uta.edu::383dd998-4638-40e9-8b89-1cdb79ff8613" providerId="AD" clId="Web-{1DFE50B5-42B8-2FC5-446C-7BF54C062702}" dt="2025-06-23T06:08:33.227" v="113"/>
          <pc:sldLayoutMkLst>
            <pc:docMk/>
            <pc:sldMasterMk cId="1689638590" sldId="2147484113"/>
            <pc:sldLayoutMk cId="3227596731" sldId="2147484130"/>
          </pc:sldLayoutMkLst>
        </pc:sldLayoutChg>
      </pc:sldMasterChg>
    </pc:docChg>
  </pc:docChgLst>
  <pc:docChgLst>
    <pc:chgData name="Cocker, Robert" userId="383dd998-4638-40e9-8b89-1cdb79ff8613" providerId="ADAL" clId="{0D831C30-0F12-C14B-A45E-DF30E6124972}"/>
    <pc:docChg chg="undo custSel addSld delSld modSld addMainMaster delMainMaster">
      <pc:chgData name="Cocker, Robert" userId="383dd998-4638-40e9-8b89-1cdb79ff8613" providerId="ADAL" clId="{0D831C30-0F12-C14B-A45E-DF30E6124972}" dt="2025-06-23T06:22:56.239" v="139" actId="1076"/>
      <pc:docMkLst>
        <pc:docMk/>
      </pc:docMkLst>
      <pc:sldChg chg="addSp delSp modSp mod modClrScheme chgLayout">
        <pc:chgData name="Cocker, Robert" userId="383dd998-4638-40e9-8b89-1cdb79ff8613" providerId="ADAL" clId="{0D831C30-0F12-C14B-A45E-DF30E6124972}" dt="2025-06-23T06:18:57.571" v="125" actId="20577"/>
        <pc:sldMkLst>
          <pc:docMk/>
          <pc:sldMk cId="0" sldId="265"/>
        </pc:sldMkLst>
        <pc:spChg chg="del">
          <ac:chgData name="Cocker, Robert" userId="383dd998-4638-40e9-8b89-1cdb79ff8613" providerId="ADAL" clId="{0D831C30-0F12-C14B-A45E-DF30E6124972}" dt="2025-06-23T05:50:07.914" v="7" actId="478"/>
          <ac:spMkLst>
            <pc:docMk/>
            <pc:sldMk cId="0" sldId="265"/>
            <ac:spMk id="2" creationId="{00000000-0000-0000-0000-000000000000}"/>
          </ac:spMkLst>
        </pc:spChg>
        <pc:spChg chg="add mod ord">
          <ac:chgData name="Cocker, Robert" userId="383dd998-4638-40e9-8b89-1cdb79ff8613" providerId="ADAL" clId="{0D831C30-0F12-C14B-A45E-DF30E6124972}" dt="2025-06-23T06:18:57.571" v="125" actId="20577"/>
          <ac:spMkLst>
            <pc:docMk/>
            <pc:sldMk cId="0" sldId="265"/>
            <ac:spMk id="3" creationId="{62617241-0AD7-E1A8-AB38-7BA1BB6E8F44}"/>
          </ac:spMkLst>
        </pc:spChg>
        <pc:spChg chg="del">
          <ac:chgData name="Cocker, Robert" userId="383dd998-4638-40e9-8b89-1cdb79ff8613" providerId="ADAL" clId="{0D831C30-0F12-C14B-A45E-DF30E6124972}" dt="2025-06-23T05:50:04.972" v="6" actId="478"/>
          <ac:spMkLst>
            <pc:docMk/>
            <pc:sldMk cId="0" sldId="265"/>
            <ac:spMk id="4" creationId="{F47CBA08-46EE-A9CC-F1EB-9150DE7CF688}"/>
          </ac:spMkLst>
        </pc:spChg>
        <pc:spChg chg="add mod ord">
          <ac:chgData name="Cocker, Robert" userId="383dd998-4638-40e9-8b89-1cdb79ff8613" providerId="ADAL" clId="{0D831C30-0F12-C14B-A45E-DF30E6124972}" dt="2025-06-23T05:58:41.737" v="114" actId="1076"/>
          <ac:spMkLst>
            <pc:docMk/>
            <pc:sldMk cId="0" sldId="265"/>
            <ac:spMk id="5" creationId="{1901573B-FE7A-8766-850C-37C43F7197D7}"/>
          </ac:spMkLst>
        </pc:spChg>
      </pc:sldChg>
      <pc:sldChg chg="modSp">
        <pc:chgData name="Cocker, Robert" userId="383dd998-4638-40e9-8b89-1cdb79ff8613" providerId="ADAL" clId="{0D831C30-0F12-C14B-A45E-DF30E6124972}" dt="2025-06-23T06:22:56.239" v="139" actId="1076"/>
        <pc:sldMkLst>
          <pc:docMk/>
          <pc:sldMk cId="1491122633" sldId="267"/>
        </pc:sldMkLst>
        <pc:spChg chg="mod">
          <ac:chgData name="Cocker, Robert" userId="383dd998-4638-40e9-8b89-1cdb79ff8613" providerId="ADAL" clId="{0D831C30-0F12-C14B-A45E-DF30E6124972}" dt="2025-06-23T06:22:33.012" v="136" actId="1076"/>
          <ac:spMkLst>
            <pc:docMk/>
            <pc:sldMk cId="1491122633" sldId="267"/>
            <ac:spMk id="2" creationId="{D0FBA200-98BB-DB89-E1BD-F64236FC94A4}"/>
          </ac:spMkLst>
        </pc:spChg>
        <pc:spChg chg="mod">
          <ac:chgData name="Cocker, Robert" userId="383dd998-4638-40e9-8b89-1cdb79ff8613" providerId="ADAL" clId="{0D831C30-0F12-C14B-A45E-DF30E6124972}" dt="2025-06-23T06:22:56.239" v="139" actId="1076"/>
          <ac:spMkLst>
            <pc:docMk/>
            <pc:sldMk cId="1491122633" sldId="267"/>
            <ac:spMk id="4" creationId="{5D355206-19D8-49CA-440F-990EB1F0CD67}"/>
          </ac:spMkLst>
        </pc:spChg>
      </pc:sldChg>
      <pc:sldChg chg="modSp add">
        <pc:chgData name="Cocker, Robert" userId="383dd998-4638-40e9-8b89-1cdb79ff8613" providerId="ADAL" clId="{0D831C30-0F12-C14B-A45E-DF30E6124972}" dt="2025-06-23T06:22:10.018" v="135" actId="1076"/>
        <pc:sldMkLst>
          <pc:docMk/>
          <pc:sldMk cId="601762950" sldId="268"/>
        </pc:sldMkLst>
        <pc:spChg chg="mod">
          <ac:chgData name="Cocker, Robert" userId="383dd998-4638-40e9-8b89-1cdb79ff8613" providerId="ADAL" clId="{0D831C30-0F12-C14B-A45E-DF30E6124972}" dt="2025-06-23T06:22:10.018" v="135" actId="1076"/>
          <ac:spMkLst>
            <pc:docMk/>
            <pc:sldMk cId="601762950" sldId="268"/>
            <ac:spMk id="2" creationId="{00000000-0000-0000-0000-000000000000}"/>
          </ac:spMkLst>
        </pc:spChg>
        <pc:spChg chg="mod">
          <ac:chgData name="Cocker, Robert" userId="383dd998-4638-40e9-8b89-1cdb79ff8613" providerId="ADAL" clId="{0D831C30-0F12-C14B-A45E-DF30E6124972}" dt="2025-06-23T06:20:40.576" v="133" actId="20577"/>
          <ac:spMkLst>
            <pc:docMk/>
            <pc:sldMk cId="601762950" sldId="268"/>
            <ac:spMk id="4" creationId="{F47CBA08-46EE-A9CC-F1EB-9150DE7CF688}"/>
          </ac:spMkLst>
        </pc:spChg>
      </pc:sldChg>
      <pc:sldChg chg="new del">
        <pc:chgData name="Cocker, Robert" userId="383dd998-4638-40e9-8b89-1cdb79ff8613" providerId="ADAL" clId="{0D831C30-0F12-C14B-A45E-DF30E6124972}" dt="2025-06-23T05:49:27.356" v="3" actId="2696"/>
        <pc:sldMkLst>
          <pc:docMk/>
          <pc:sldMk cId="2517714356" sldId="268"/>
        </pc:sldMkLst>
      </pc:sldChg>
      <pc:sldChg chg="new del">
        <pc:chgData name="Cocker, Robert" userId="383dd998-4638-40e9-8b89-1cdb79ff8613" providerId="ADAL" clId="{0D831C30-0F12-C14B-A45E-DF30E6124972}" dt="2025-06-23T05:49:06.369" v="1" actId="2696"/>
        <pc:sldMkLst>
          <pc:docMk/>
          <pc:sldMk cId="2542949361" sldId="268"/>
        </pc:sldMkLst>
      </pc:sldChg>
    </pc:docChg>
  </pc:docChgLst>
  <pc:docChgLst>
    <pc:chgData name="Cocker, Robert" userId="383dd998-4638-40e9-8b89-1cdb79ff8613" providerId="ADAL" clId="{336FF85F-9D77-7149-8994-CCCD4C59942D}"/>
    <pc:docChg chg="undo custSel addSld delSld modSld">
      <pc:chgData name="Cocker, Robert" userId="383dd998-4638-40e9-8b89-1cdb79ff8613" providerId="ADAL" clId="{336FF85F-9D77-7149-8994-CCCD4C59942D}" dt="2025-06-20T11:10:17.244" v="496" actId="20577"/>
      <pc:docMkLst>
        <pc:docMk/>
      </pc:docMkLst>
      <pc:sldChg chg="addSp delSp modSp">
        <pc:chgData name="Cocker, Robert" userId="383dd998-4638-40e9-8b89-1cdb79ff8613" providerId="ADAL" clId="{336FF85F-9D77-7149-8994-CCCD4C59942D}" dt="2025-06-20T11:10:17.244" v="496" actId="20577"/>
        <pc:sldMkLst>
          <pc:docMk/>
          <pc:sldMk cId="0" sldId="265"/>
        </pc:sldMkLst>
      </pc:sldChg>
      <pc:sldChg chg="modSp">
        <pc:chgData name="Cocker, Robert" userId="383dd998-4638-40e9-8b89-1cdb79ff8613" providerId="ADAL" clId="{336FF85F-9D77-7149-8994-CCCD4C59942D}" dt="2025-06-20T10:48:56.459" v="42" actId="20577"/>
        <pc:sldMkLst>
          <pc:docMk/>
          <pc:sldMk cId="2253514609" sldId="266"/>
        </pc:sldMkLst>
      </pc:sldChg>
      <pc:sldChg chg="addSp delSp modSp new del">
        <pc:chgData name="Cocker, Robert" userId="383dd998-4638-40e9-8b89-1cdb79ff8613" providerId="ADAL" clId="{336FF85F-9D77-7149-8994-CCCD4C59942D}" dt="2025-06-20T11:05:59.370" v="408" actId="680"/>
        <pc:sldMkLst>
          <pc:docMk/>
          <pc:sldMk cId="929050133" sldId="267"/>
        </pc:sldMkLst>
      </pc:sldChg>
      <pc:sldChg chg="del">
        <pc:chgData name="Cocker, Robert" userId="383dd998-4638-40e9-8b89-1cdb79ff8613" providerId="ADAL" clId="{336FF85F-9D77-7149-8994-CCCD4C59942D}" dt="2025-06-20T10:50:53.136" v="60" actId="2696"/>
        <pc:sldMkLst>
          <pc:docMk/>
          <pc:sldMk cId="4174583165" sldId="267"/>
        </pc:sldMkLst>
      </pc:sldChg>
    </pc:docChg>
  </pc:docChgLst>
  <pc:docChgLst>
    <pc:chgData name="Cocker, Robert" userId="S::robert.cocker@mavs.uta.edu::383dd998-4638-40e9-8b89-1cdb79ff8613" providerId="AD" clId="Web-{17AE383D-35E2-F457-15D1-B21BD02D6EBD}"/>
    <pc:docChg chg="modSld">
      <pc:chgData name="Cocker, Robert" userId="S::robert.cocker@mavs.uta.edu::383dd998-4638-40e9-8b89-1cdb79ff8613" providerId="AD" clId="Web-{17AE383D-35E2-F457-15D1-B21BD02D6EBD}" dt="2025-06-23T05:24:21.921" v="9" actId="20577"/>
      <pc:docMkLst>
        <pc:docMk/>
      </pc:docMkLst>
      <pc:sldChg chg="modSp">
        <pc:chgData name="Cocker, Robert" userId="S::robert.cocker@mavs.uta.edu::383dd998-4638-40e9-8b89-1cdb79ff8613" providerId="AD" clId="Web-{17AE383D-35E2-F457-15D1-B21BD02D6EBD}" dt="2025-06-23T05:24:21.921" v="9" actId="20577"/>
        <pc:sldMkLst>
          <pc:docMk/>
          <pc:sldMk cId="1491122633" sldId="267"/>
        </pc:sldMkLst>
        <pc:spChg chg="mod">
          <ac:chgData name="Cocker, Robert" userId="S::robert.cocker@mavs.uta.edu::383dd998-4638-40e9-8b89-1cdb79ff8613" providerId="AD" clId="Web-{17AE383D-35E2-F457-15D1-B21BD02D6EBD}" dt="2025-06-23T05:24:21.921" v="9" actId="20577"/>
          <ac:spMkLst>
            <pc:docMk/>
            <pc:sldMk cId="1491122633" sldId="267"/>
            <ac:spMk id="4" creationId="{5D355206-19D8-49CA-440F-990EB1F0CD67}"/>
          </ac:spMkLst>
        </pc:spChg>
      </pc:sldChg>
    </pc:docChg>
  </pc:docChgLst>
  <pc:docChgLst>
    <pc:chgData name="Cocker, Robert" userId="S::robert.cocker@mavs.uta.edu::383dd998-4638-40e9-8b89-1cdb79ff8613" providerId="AD" clId="Web-{2755F0E4-BE0E-0FAD-9E5B-C7C87A2CB046}"/>
    <pc:docChg chg="modSld">
      <pc:chgData name="Cocker, Robert" userId="S::robert.cocker@mavs.uta.edu::383dd998-4638-40e9-8b89-1cdb79ff8613" providerId="AD" clId="Web-{2755F0E4-BE0E-0FAD-9E5B-C7C87A2CB046}" dt="2025-06-23T05:33:03.954" v="213" actId="20577"/>
      <pc:docMkLst>
        <pc:docMk/>
      </pc:docMkLst>
      <pc:sldChg chg="modSp">
        <pc:chgData name="Cocker, Robert" userId="S::robert.cocker@mavs.uta.edu::383dd998-4638-40e9-8b89-1cdb79ff8613" providerId="AD" clId="Web-{2755F0E4-BE0E-0FAD-9E5B-C7C87A2CB046}" dt="2025-06-23T05:33:03.954" v="213" actId="20577"/>
        <pc:sldMkLst>
          <pc:docMk/>
          <pc:sldMk cId="0" sldId="265"/>
        </pc:sldMkLst>
        <pc:spChg chg="mod">
          <ac:chgData name="Cocker, Robert" userId="S::robert.cocker@mavs.uta.edu::383dd998-4638-40e9-8b89-1cdb79ff8613" providerId="AD" clId="Web-{2755F0E4-BE0E-0FAD-9E5B-C7C87A2CB046}" dt="2025-06-23T05:33:03.954" v="213" actId="20577"/>
          <ac:spMkLst>
            <pc:docMk/>
            <pc:sldMk cId="0" sldId="265"/>
            <ac:spMk id="4" creationId="{F47CBA08-46EE-A9CC-F1EB-9150DE7CF688}"/>
          </ac:spMkLst>
        </pc:spChg>
      </pc:sldChg>
    </pc:docChg>
  </pc:docChgLst>
  <pc:docChgLst>
    <pc:chgData name="Cocker, Robert" userId="S::robert.cocker@mavs.uta.edu::383dd998-4638-40e9-8b89-1cdb79ff8613" providerId="AD" clId="Web-{A11B959F-343B-7C45-306F-C400D8BD4022}"/>
    <pc:docChg chg="modSld">
      <pc:chgData name="Cocker, Robert" userId="S::robert.cocker@mavs.uta.edu::383dd998-4638-40e9-8b89-1cdb79ff8613" providerId="AD" clId="Web-{A11B959F-343B-7C45-306F-C400D8BD4022}" dt="2025-06-23T05:22:08.195" v="40" actId="20577"/>
      <pc:docMkLst>
        <pc:docMk/>
      </pc:docMkLst>
      <pc:sldChg chg="modSp">
        <pc:chgData name="Cocker, Robert" userId="S::robert.cocker@mavs.uta.edu::383dd998-4638-40e9-8b89-1cdb79ff8613" providerId="AD" clId="Web-{A11B959F-343B-7C45-306F-C400D8BD4022}" dt="2025-06-23T05:22:08.195" v="40" actId="20577"/>
        <pc:sldMkLst>
          <pc:docMk/>
          <pc:sldMk cId="0" sldId="265"/>
        </pc:sldMkLst>
        <pc:spChg chg="mod">
          <ac:chgData name="Cocker, Robert" userId="S::robert.cocker@mavs.uta.edu::383dd998-4638-40e9-8b89-1cdb79ff8613" providerId="AD" clId="Web-{A11B959F-343B-7C45-306F-C400D8BD4022}" dt="2025-06-23T05:22:08.195" v="40" actId="20577"/>
          <ac:spMkLst>
            <pc:docMk/>
            <pc:sldMk cId="0" sldId="265"/>
            <ac:spMk id="4" creationId="{F47CBA08-46EE-A9CC-F1EB-9150DE7CF688}"/>
          </ac:spMkLst>
        </pc:spChg>
      </pc:sldChg>
    </pc:docChg>
  </pc:docChgLst>
  <pc:docChgLst>
    <pc:chgData name="Cocker, Robert" userId="383dd998-4638-40e9-8b89-1cdb79ff8613" providerId="ADAL" clId="{9E55728A-1557-A240-B7ED-94C22E45425C}"/>
    <pc:docChg chg="addSld modSld">
      <pc:chgData name="Cocker, Robert" userId="383dd998-4638-40e9-8b89-1cdb79ff8613" providerId="ADAL" clId="{9E55728A-1557-A240-B7ED-94C22E45425C}" dt="2025-06-21T23:06:03.229" v="3" actId="680"/>
      <pc:docMkLst>
        <pc:docMk/>
      </pc:docMkLst>
      <pc:sldChg chg="modSp">
        <pc:chgData name="Cocker, Robert" userId="383dd998-4638-40e9-8b89-1cdb79ff8613" providerId="ADAL" clId="{9E55728A-1557-A240-B7ED-94C22E45425C}" dt="2025-06-21T23:05:40.475" v="2" actId="20577"/>
        <pc:sldMkLst>
          <pc:docMk/>
          <pc:sldMk cId="0" sldId="265"/>
        </pc:sldMkLst>
      </pc:sldChg>
      <pc:sldChg chg="new">
        <pc:chgData name="Cocker, Robert" userId="383dd998-4638-40e9-8b89-1cdb79ff8613" providerId="ADAL" clId="{9E55728A-1557-A240-B7ED-94C22E45425C}" dt="2025-06-21T23:06:03.229" v="3" actId="680"/>
        <pc:sldMkLst>
          <pc:docMk/>
          <pc:sldMk cId="1491122633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09910" y="2895601"/>
            <a:ext cx="17651316" cy="6659162"/>
          </a:xfrm>
        </p:spPr>
        <p:txBody>
          <a:bodyPr anchor="b"/>
          <a:lstStyle>
            <a:lvl1pPr>
              <a:defRPr sz="1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09910" y="9554760"/>
            <a:ext cx="17651316" cy="172284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8128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256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384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512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640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768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689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024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6/23/25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678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348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9913" y="5723467"/>
            <a:ext cx="17651314" cy="3831294"/>
          </a:xfrm>
        </p:spPr>
        <p:txBody>
          <a:bodyPr anchor="b"/>
          <a:lstStyle>
            <a:lvl1pPr algn="l">
              <a:defRPr sz="7111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9910" y="9554762"/>
            <a:ext cx="17651316" cy="1720800"/>
          </a:xfrm>
        </p:spPr>
        <p:txBody>
          <a:bodyPr anchor="t"/>
          <a:lstStyle>
            <a:lvl1pPr marL="0" indent="0" algn="l">
              <a:buNone/>
              <a:defRPr sz="3556" cap="all">
                <a:solidFill>
                  <a:schemeClr val="accent1"/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462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06625" y="4121151"/>
            <a:ext cx="8792678" cy="8391526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44"/>
            </a:lvl2pPr>
            <a:lvl3pPr>
              <a:defRPr sz="248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308987" y="4112185"/>
            <a:ext cx="8792682" cy="8400490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44"/>
            </a:lvl2pPr>
            <a:lvl3pPr>
              <a:defRPr sz="248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719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6626" y="3810000"/>
            <a:ext cx="8792676" cy="1152524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/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6625" y="5029200"/>
            <a:ext cx="8792678" cy="7483476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44"/>
            </a:lvl2pPr>
            <a:lvl3pPr>
              <a:defRPr sz="248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308991" y="3810000"/>
            <a:ext cx="8792678" cy="1152524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/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308991" y="5029200"/>
            <a:ext cx="8792678" cy="7483476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44"/>
            </a:lvl2pPr>
            <a:lvl3pPr>
              <a:defRPr sz="248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6/23/25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950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6/23/25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029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6/23/25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936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9908" y="2895600"/>
            <a:ext cx="6802128" cy="2895600"/>
          </a:xfrm>
        </p:spPr>
        <p:txBody>
          <a:bodyPr anchor="b"/>
          <a:lstStyle>
            <a:lvl1pPr algn="l">
              <a:defRPr sz="4267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69233" y="2895600"/>
            <a:ext cx="10391994" cy="9144000"/>
          </a:xfrm>
        </p:spPr>
        <p:txBody>
          <a:bodyPr anchor="ctr">
            <a:normAutofit/>
          </a:bodyPr>
          <a:lstStyle>
            <a:lvl1pPr>
              <a:defRPr sz="3556"/>
            </a:lvl1pPr>
            <a:lvl2pPr>
              <a:defRPr sz="3200"/>
            </a:lvl2pPr>
            <a:lvl3pPr>
              <a:defRPr sz="2844"/>
            </a:lvl3pPr>
            <a:lvl4pPr>
              <a:defRPr sz="2489"/>
            </a:lvl4pPr>
            <a:lvl5pPr>
              <a:defRPr sz="2489"/>
            </a:lvl5pPr>
            <a:lvl6pPr>
              <a:defRPr sz="2489"/>
            </a:lvl6pPr>
            <a:lvl7pPr>
              <a:defRPr sz="2489"/>
            </a:lvl7pPr>
            <a:lvl8pPr>
              <a:defRPr sz="2489"/>
            </a:lvl8pPr>
            <a:lvl9pPr>
              <a:defRPr sz="24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09909" y="6258561"/>
            <a:ext cx="6802126" cy="5791198"/>
          </a:xfrm>
        </p:spPr>
        <p:txBody>
          <a:bodyPr/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6/23/25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361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7814" y="3708384"/>
            <a:ext cx="10185812" cy="3149616"/>
          </a:xfrm>
        </p:spPr>
        <p:txBody>
          <a:bodyPr anchor="b">
            <a:normAutofit/>
          </a:bodyPr>
          <a:lstStyle>
            <a:lvl1pPr algn="l">
              <a:defRPr sz="6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899092" y="2286000"/>
            <a:ext cx="6400800" cy="914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09909" y="7315200"/>
            <a:ext cx="10169958" cy="2743200"/>
          </a:xfrm>
        </p:spPr>
        <p:txBody>
          <a:bodyPr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650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9913" y="9601174"/>
            <a:ext cx="17651314" cy="1133476"/>
          </a:xfrm>
        </p:spPr>
        <p:txBody>
          <a:bodyPr anchor="b">
            <a:normAutofit/>
          </a:bodyPr>
          <a:lstStyle>
            <a:lvl1pPr algn="l">
              <a:defRPr sz="4267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09910" y="1371600"/>
            <a:ext cx="17651316" cy="728133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09912" y="10734650"/>
            <a:ext cx="17651312" cy="987424"/>
          </a:xfrm>
        </p:spPr>
        <p:txBody>
          <a:bodyPr>
            <a:normAutofit/>
          </a:bodyPr>
          <a:lstStyle>
            <a:lvl1pPr marL="0" indent="0">
              <a:buNone/>
              <a:defRPr sz="2133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743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9909" y="2895600"/>
            <a:ext cx="17651318" cy="3962400"/>
          </a:xfrm>
        </p:spPr>
        <p:txBody>
          <a:bodyPr/>
          <a:lstStyle>
            <a:lvl1pPr>
              <a:defRPr sz="85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2309909" y="7315200"/>
            <a:ext cx="17651318" cy="4724400"/>
          </a:xfrm>
        </p:spPr>
        <p:txBody>
          <a:bodyPr anchor="ctr">
            <a:normAutofit/>
          </a:bodyPr>
          <a:lstStyle>
            <a:lvl1pPr marL="0" indent="0">
              <a:buNone/>
              <a:defRPr sz="3200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2269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603" y="2895600"/>
            <a:ext cx="15998630" cy="4646748"/>
          </a:xfrm>
        </p:spPr>
        <p:txBody>
          <a:bodyPr/>
          <a:lstStyle>
            <a:lvl1pPr>
              <a:defRPr sz="85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3860800" y="7542348"/>
            <a:ext cx="14771656" cy="684348"/>
          </a:xfrm>
        </p:spPr>
        <p:txBody>
          <a:bodyPr anchor="t">
            <a:normAutofit/>
          </a:bodyPr>
          <a:lstStyle>
            <a:lvl1pPr marL="0" indent="0">
              <a:buNone/>
              <a:defRPr lang="en-US" sz="2489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2309909" y="8701314"/>
            <a:ext cx="17651318" cy="3352800"/>
          </a:xfrm>
        </p:spPr>
        <p:txBody>
          <a:bodyPr anchor="ctr">
            <a:normAutofit/>
          </a:bodyPr>
          <a:lstStyle>
            <a:lvl1pPr marL="0" indent="0">
              <a:buNone/>
              <a:defRPr sz="3200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796590" y="1942506"/>
            <a:ext cx="1603824" cy="3430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21689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660980" y="5227574"/>
            <a:ext cx="1603824" cy="3430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21689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849615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9909" y="6248402"/>
            <a:ext cx="17651318" cy="3306360"/>
          </a:xfrm>
        </p:spPr>
        <p:txBody>
          <a:bodyPr anchor="b"/>
          <a:lstStyle>
            <a:lvl1pPr algn="l">
              <a:defRPr sz="7111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9910" y="9554762"/>
            <a:ext cx="17651316" cy="1720800"/>
          </a:xfrm>
        </p:spPr>
        <p:txBody>
          <a:bodyPr anchor="t"/>
          <a:lstStyle>
            <a:lvl1pPr marL="0" indent="0" algn="l">
              <a:buNone/>
              <a:defRPr sz="3556" cap="none">
                <a:solidFill>
                  <a:schemeClr val="accent1"/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2684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74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5894" y="3962400"/>
            <a:ext cx="5893732" cy="1152524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/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04926" y="5334000"/>
            <a:ext cx="5854700" cy="7178676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767319" y="3962400"/>
            <a:ext cx="5872482" cy="1152524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/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7746212" y="5334000"/>
            <a:ext cx="5893588" cy="7178676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4249401" y="3962400"/>
            <a:ext cx="5864226" cy="1152524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/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14249401" y="5334000"/>
            <a:ext cx="5864226" cy="7178676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7452284" y="4267200"/>
            <a:ext cx="0" cy="79248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3924454" y="4267200"/>
            <a:ext cx="0" cy="793376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6/23/25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9606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74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4926" y="8501898"/>
            <a:ext cx="5880100" cy="1152524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/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04926" y="4419600"/>
            <a:ext cx="5880100" cy="3048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04926" y="9654423"/>
            <a:ext cx="5880100" cy="1318378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778751" y="8501898"/>
            <a:ext cx="5861050" cy="1152524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/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7778749" y="4419600"/>
            <a:ext cx="5861050" cy="3048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7776044" y="9654421"/>
            <a:ext cx="5868812" cy="1318378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4249401" y="8501898"/>
            <a:ext cx="5864226" cy="1152524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/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14249399" y="4419600"/>
            <a:ext cx="5864226" cy="3048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14249151" y="9654417"/>
            <a:ext cx="5871994" cy="1318378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7452284" y="4267200"/>
            <a:ext cx="0" cy="79248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3924454" y="4267200"/>
            <a:ext cx="0" cy="793376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6/23/25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6407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831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608425" y="860427"/>
            <a:ext cx="3505202" cy="1165225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04927" y="1774828"/>
            <a:ext cx="14846298" cy="1073784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596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5339371"/>
            <a:ext cx="8074024" cy="837663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5784695"/>
            <a:ext cx="3044824" cy="4730906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17218024" y="3352800"/>
            <a:ext cx="5638800" cy="56388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16000395" y="0"/>
            <a:ext cx="3206774" cy="2286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17218024" y="12185732"/>
            <a:ext cx="1987468" cy="153026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0875624" y="0"/>
            <a:ext cx="1371600" cy="228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2223" y="905436"/>
            <a:ext cx="18809446" cy="280106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6625" y="4105837"/>
            <a:ext cx="17893082" cy="8390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20311279" y="3581403"/>
            <a:ext cx="1981198" cy="60959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956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6/23/25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17903147" y="6450595"/>
            <a:ext cx="7719590" cy="60960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956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705081" y="591459"/>
            <a:ext cx="1676398" cy="153537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4978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6385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14" r:id="rId1"/>
    <p:sldLayoutId id="2147484115" r:id="rId2"/>
    <p:sldLayoutId id="2147484116" r:id="rId3"/>
    <p:sldLayoutId id="2147484117" r:id="rId4"/>
    <p:sldLayoutId id="2147484118" r:id="rId5"/>
    <p:sldLayoutId id="2147484119" r:id="rId6"/>
    <p:sldLayoutId id="2147484120" r:id="rId7"/>
    <p:sldLayoutId id="2147484121" r:id="rId8"/>
    <p:sldLayoutId id="2147484122" r:id="rId9"/>
    <p:sldLayoutId id="2147484123" r:id="rId10"/>
    <p:sldLayoutId id="2147484124" r:id="rId11"/>
    <p:sldLayoutId id="2147484125" r:id="rId12"/>
    <p:sldLayoutId id="2147484126" r:id="rId13"/>
    <p:sldLayoutId id="2147484127" r:id="rId14"/>
    <p:sldLayoutId id="2147484128" r:id="rId15"/>
    <p:sldLayoutId id="2147484129" r:id="rId16"/>
    <p:sldLayoutId id="2147484130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42000"/>
                <a:hueMod val="42000"/>
                <a:satMod val="124000"/>
                <a:lumMod val="62000"/>
              </a:schemeClr>
              <a:schemeClr val="bg2">
                <a:tint val="96000"/>
                <a:satMod val="13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2617241-0AD7-E1A8-AB38-7BA1BB6E8F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2" y="2909928"/>
            <a:ext cx="13675300" cy="66176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9900" dirty="0"/>
              <a:t>Version &amp; Annum: Blueprinting the Core of Data Science</a:t>
            </a:r>
            <a:br>
              <a:rPr lang="en-US" sz="9900" dirty="0"/>
            </a:br>
            <a:endParaRPr lang="en-US" sz="9900" dirty="0"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901573B-FE7A-8766-850C-37C43F7197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5402" y="9527606"/>
            <a:ext cx="13675300" cy="292875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>
                <a:ea typeface="Calibri"/>
                <a:cs typeface="Calibri"/>
              </a:rPr>
              <a:t>Robert cocker </a:t>
            </a:r>
          </a:p>
          <a:p>
            <a:r>
              <a:rPr lang="en-US" sz="3200">
                <a:ea typeface="Calibri"/>
                <a:cs typeface="Calibri"/>
              </a:rPr>
              <a:t>The university of </a:t>
            </a:r>
            <a:r>
              <a:rPr lang="en-US" sz="3200" err="1">
                <a:ea typeface="Calibri" panose="020F0502020204030204"/>
                <a:cs typeface="Calibri" panose="020F0502020204030204"/>
              </a:rPr>
              <a:t>texas</a:t>
            </a:r>
            <a:r>
              <a:rPr lang="en-US" sz="3200">
                <a:ea typeface="Calibri" panose="020F0502020204030204"/>
                <a:cs typeface="Calibri" panose="020F0502020204030204"/>
              </a:rPr>
              <a:t> at </a:t>
            </a:r>
            <a:r>
              <a:rPr lang="en-US" sz="3200" err="1">
                <a:ea typeface="Calibri" panose="020F0502020204030204"/>
                <a:cs typeface="Calibri" panose="020F0502020204030204"/>
              </a:rPr>
              <a:t>arlington</a:t>
            </a:r>
            <a:r>
              <a:rPr lang="en-US" sz="3200">
                <a:ea typeface="Calibri" panose="020F0502020204030204"/>
                <a:cs typeface="Calibri" panose="020F0502020204030204"/>
              </a:rPr>
              <a:t> </a:t>
            </a:r>
          </a:p>
          <a:p>
            <a:r>
              <a:rPr lang="en-US" sz="3200">
                <a:ea typeface="Calibri" panose="020F0502020204030204"/>
                <a:cs typeface="Calibri" panose="020F0502020204030204"/>
              </a:rPr>
              <a:t>Summer 2025</a:t>
            </a:r>
          </a:p>
          <a:p>
            <a:endParaRPr lang="en-US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8" name="Picture 37" descr="CPU with binary numbers and blueprint">
            <a:extLst>
              <a:ext uri="{FF2B5EF4-FFF2-40B4-BE49-F238E27FC236}">
                <a16:creationId xmlns:a16="http://schemas.microsoft.com/office/drawing/2014/main" id="{75408EB4-3008-7086-C56F-28B72A6A7A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823" r="30885"/>
          <a:stretch>
            <a:fillRect/>
          </a:stretch>
        </p:blipFill>
        <p:spPr>
          <a:xfrm>
            <a:off x="16266100" y="10"/>
            <a:ext cx="8117900" cy="13715990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CD27016D-8944-473D-B3BF-38905804FF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875624" y="0"/>
            <a:ext cx="1371600" cy="228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0"/>
            <a:ext cx="12877800" cy="13449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6000" b="1">
                <a:latin typeface="Bierstadt Display"/>
                <a:ea typeface="Helvetica World Bold"/>
                <a:cs typeface="Helvetica World Bold"/>
                <a:sym typeface="Helvetica World Bold"/>
              </a:rPr>
              <a:t>Project Proposal #1: Version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7CBA08-46EE-A9CC-F1EB-9150DE7CF688}"/>
              </a:ext>
            </a:extLst>
          </p:cNvPr>
          <p:cNvSpPr txBox="1"/>
          <p:nvPr/>
        </p:nvSpPr>
        <p:spPr>
          <a:xfrm>
            <a:off x="1066800" y="1479827"/>
            <a:ext cx="22803679" cy="114185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3200" b="1" dirty="0">
                <a:latin typeface="Bierstadt Display"/>
              </a:rPr>
              <a:t>Abstract Summary:</a:t>
            </a:r>
            <a:br>
              <a:rPr lang="en-US" sz="3200" dirty="0">
                <a:latin typeface="Bierstadt Display"/>
              </a:rPr>
            </a:br>
            <a:r>
              <a:rPr lang="en-US" sz="3200" dirty="0">
                <a:latin typeface="Bierstadt Display"/>
              </a:rPr>
              <a:t>Version proposes a framework in the tabular modality paradigm of Version to establish rigorous standards for data science. Built in Python, the project integrates EDA, proposal of a new method in DS—exploratory deep learning (EDL), benchmarking, and supervised learning using real-world datasets—MIMIC-IV, MMLU-Pro, and HLE. This project builds upon an original model called Model 001 developed from DATA-3461 during the spring 2025 semester. It lays the foundation for future tabular-based (NLP), computer vision, and LLM models.</a:t>
            </a:r>
          </a:p>
          <a:p>
            <a:pPr>
              <a:buNone/>
            </a:pPr>
            <a:r>
              <a:rPr lang="en-US" sz="3200" b="1" dirty="0">
                <a:latin typeface="Bierstadt Display"/>
              </a:rPr>
              <a:t>Key Elements:</a:t>
            </a:r>
            <a:endParaRPr lang="en-US" sz="3200" dirty="0">
              <a:latin typeface="Bierstadt Display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latin typeface="Bierstadt Display"/>
              </a:rPr>
              <a:t>Motivation:</a:t>
            </a:r>
            <a:r>
              <a:rPr lang="en-US" sz="3200" dirty="0">
                <a:latin typeface="Bierstadt Display"/>
              </a:rPr>
              <a:t> Lack of a foundational data science framework in STEM fields.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latin typeface="Bierstadt Display"/>
              </a:rPr>
              <a:t>Objective:</a:t>
            </a:r>
            <a:r>
              <a:rPr lang="en-US" sz="3200" dirty="0">
                <a:latin typeface="Bierstadt Display"/>
              </a:rPr>
              <a:t> Build a robust, ethical, explainable AI pipeline.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latin typeface="Bierstadt Display"/>
              </a:rPr>
              <a:t>Methods:</a:t>
            </a:r>
            <a:endParaRPr lang="en-US" sz="3200" dirty="0">
              <a:latin typeface="Bierstadt Display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Bierstadt Display"/>
              </a:rPr>
              <a:t>NLP + tabular data modality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Bierstadt Display"/>
              </a:rPr>
              <a:t>Python stack (Pandas, </a:t>
            </a:r>
            <a:r>
              <a:rPr lang="en-US" sz="3200" dirty="0" err="1">
                <a:latin typeface="Bierstadt Display"/>
              </a:rPr>
              <a:t>Scikit-learn</a:t>
            </a:r>
            <a:r>
              <a:rPr lang="en-US" sz="3200" dirty="0">
                <a:latin typeface="Bierstadt Display"/>
              </a:rPr>
              <a:t>, </a:t>
            </a:r>
            <a:r>
              <a:rPr lang="en-US" sz="3200" dirty="0" err="1">
                <a:latin typeface="Bierstadt Display"/>
              </a:rPr>
              <a:t>Keras</a:t>
            </a:r>
            <a:r>
              <a:rPr lang="en-US" sz="3200" dirty="0">
                <a:latin typeface="Bierstadt Display"/>
              </a:rPr>
              <a:t>, Mojo via FFI, Triton, etc.)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Bierstadt Display"/>
              </a:rPr>
              <a:t>EDA/EDL, model training, A/B testing, performance audits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latin typeface="Bierstadt Display"/>
              </a:rPr>
              <a:t>Data Sources:</a:t>
            </a:r>
            <a:endParaRPr lang="en-US" sz="3200" dirty="0">
              <a:latin typeface="Bierstadt Display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b="1" dirty="0">
                <a:latin typeface="Bierstadt Display"/>
              </a:rPr>
              <a:t>MIMIC-IV</a:t>
            </a:r>
            <a:r>
              <a:rPr lang="en-US" sz="3200" dirty="0">
                <a:latin typeface="Bierstadt Display"/>
              </a:rPr>
              <a:t> (EHR, MIT)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b="1" dirty="0">
                <a:latin typeface="Bierstadt Display"/>
              </a:rPr>
              <a:t>MMLU-Pro</a:t>
            </a:r>
            <a:r>
              <a:rPr lang="en-US" sz="3200" dirty="0">
                <a:latin typeface="Bierstadt Display"/>
              </a:rPr>
              <a:t> (LLM benchmark)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b="1" dirty="0">
                <a:latin typeface="Bierstadt Display"/>
              </a:rPr>
              <a:t>HLE</a:t>
            </a:r>
            <a:r>
              <a:rPr lang="en-US" sz="3200" dirty="0">
                <a:latin typeface="Bierstadt Display"/>
              </a:rPr>
              <a:t> (Global academic AI benchmark)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latin typeface="Bierstadt Display"/>
              </a:rPr>
              <a:t>Target Performance:</a:t>
            </a:r>
            <a:endParaRPr lang="en-US" sz="3200" dirty="0">
              <a:latin typeface="Bierstadt Display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Bierstadt Display"/>
              </a:rPr>
              <a:t>MIMIC-IV: ~75–98%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Bierstadt Display"/>
              </a:rPr>
              <a:t>MMLU-Pro/HLE: ≥1–5% vs. industry LLMs (2.7–93%)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latin typeface="Bierstadt Display"/>
              </a:rPr>
              <a:t>Outcomes:</a:t>
            </a:r>
            <a:endParaRPr lang="en-US" sz="3200" dirty="0">
              <a:latin typeface="Bierstadt Display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Bierstadt Display"/>
              </a:rPr>
              <a:t>Train/test splits &amp; CV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Bierstadt Display"/>
              </a:rPr>
              <a:t>Publishable package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Bierstadt Display"/>
              </a:rPr>
              <a:t>Research paper or thesis foundation</a:t>
            </a:r>
          </a:p>
        </p:txBody>
      </p:sp>
    </p:spTree>
    <p:extLst>
      <p:ext uri="{BB962C8B-B14F-4D97-AF65-F5344CB8AC3E}">
        <p14:creationId xmlns:p14="http://schemas.microsoft.com/office/powerpoint/2010/main" val="601762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0FBA200-98BB-DB89-E1BD-F64236FC94A4}"/>
              </a:ext>
            </a:extLst>
          </p:cNvPr>
          <p:cNvSpPr txBox="1"/>
          <p:nvPr/>
        </p:nvSpPr>
        <p:spPr>
          <a:xfrm>
            <a:off x="1085850" y="0"/>
            <a:ext cx="12877800" cy="13449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6000" b="1">
                <a:latin typeface="Bierstadt Display"/>
                <a:ea typeface="Helvetica World Bold"/>
                <a:cs typeface="Helvetica World Bold"/>
                <a:sym typeface="Helvetica World Bold"/>
              </a:rPr>
              <a:t>Project Proposal #2: Annum</a:t>
            </a:r>
            <a:endParaRPr lang="en-US" sz="6000" b="1">
              <a:latin typeface="Bierstadt Display"/>
              <a:ea typeface="Helvetica World Bold"/>
              <a:cs typeface="Helvetica World 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355206-19D8-49CA-440F-990EB1F0CD67}"/>
              </a:ext>
            </a:extLst>
          </p:cNvPr>
          <p:cNvSpPr txBox="1"/>
          <p:nvPr/>
        </p:nvSpPr>
        <p:spPr>
          <a:xfrm>
            <a:off x="1085850" y="1572103"/>
            <a:ext cx="22840950" cy="994118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US" sz="3200" b="1">
                <a:latin typeface="Bierstadt Display"/>
              </a:rPr>
              <a:t>Abstract Summary:</a:t>
            </a:r>
            <a:br>
              <a:rPr lang="en-US" sz="3200">
                <a:latin typeface="Bierstadt Display"/>
              </a:rPr>
            </a:br>
            <a:r>
              <a:rPr lang="en-US" sz="3200">
                <a:latin typeface="Bierstadt Display"/>
              </a:rPr>
              <a:t>Annum proposes a tabular NLP-based project that shares goals with Project Version but introduces a new backend architecture rooted in FreeBSD, Mojo, and Apache Software Foundation (ASF) technologies. It aims to demonstrate the viability of performant, modular, and secure AI systems grounded in open-source system-level innovation.</a:t>
            </a:r>
          </a:p>
          <a:p>
            <a:pPr>
              <a:buNone/>
            </a:pPr>
            <a:r>
              <a:rPr lang="en-US" sz="3200" b="1">
                <a:latin typeface="Bierstadt Display"/>
              </a:rPr>
              <a:t>Key Differences from Version:</a:t>
            </a:r>
            <a:endParaRPr lang="en-US" sz="3200">
              <a:latin typeface="Bierstadt Display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>
                <a:latin typeface="Bierstadt Display"/>
              </a:rPr>
              <a:t>Infrastructure Focus:</a:t>
            </a:r>
            <a:endParaRPr lang="en-US" sz="3200">
              <a:latin typeface="Bierstadt Display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>
                <a:latin typeface="Bierstadt Display"/>
              </a:rPr>
              <a:t>Backend: FreeBSD OS built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>
                <a:latin typeface="Bierstadt Display"/>
              </a:rPr>
              <a:t>Mojo (Modular AI)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>
                <a:latin typeface="Bierstadt Display"/>
              </a:rPr>
              <a:t>Apache data engineering stack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>
                <a:latin typeface="Bierstadt Display"/>
              </a:rPr>
              <a:t>Rationale:</a:t>
            </a:r>
            <a:endParaRPr lang="en-US" sz="3200">
              <a:latin typeface="Bierstadt Display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>
                <a:latin typeface="Bierstadt Display"/>
              </a:rPr>
              <a:t>Almost no state-of-the-art exists for FreeBSD + Mojo</a:t>
            </a:r>
            <a:endParaRPr lang="en-US" sz="3200">
              <a:latin typeface="Bierstadt Display"/>
              <a:ea typeface="Calibri"/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>
                <a:latin typeface="Bierstadt Display"/>
              </a:rPr>
              <a:t>Explores the edge of AI systems and low-level performance</a:t>
            </a:r>
          </a:p>
          <a:p>
            <a:pPr>
              <a:buNone/>
            </a:pPr>
            <a:r>
              <a:rPr lang="en-US" sz="3200" b="1">
                <a:latin typeface="Bierstadt Display"/>
              </a:rPr>
              <a:t>Motivation &amp; Goal:</a:t>
            </a:r>
            <a:endParaRPr lang="en-US" sz="3200">
              <a:latin typeface="Bierstadt Display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>
                <a:latin typeface="Bierstadt Display"/>
              </a:rPr>
              <a:t>Bridge the gap between OS-level design and AI frameworks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>
                <a:latin typeface="Bierstadt Display"/>
              </a:rPr>
              <a:t>Build a viable, open-source ML architecture for underserved ecosystems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>
                <a:latin typeface="Bierstadt Display"/>
              </a:rPr>
              <a:t>Use NLP and tabular pipelines as proof-of-concept</a:t>
            </a:r>
          </a:p>
          <a:p>
            <a:pPr>
              <a:buNone/>
            </a:pPr>
            <a:r>
              <a:rPr lang="en-US" sz="3200" b="1">
                <a:latin typeface="Bierstadt Display"/>
              </a:rPr>
              <a:t>Vision:</a:t>
            </a:r>
            <a:endParaRPr lang="en-US" sz="3200">
              <a:latin typeface="Bierstadt Display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>
                <a:latin typeface="Bierstadt Display"/>
              </a:rPr>
              <a:t>Annum = System-level innovation in data science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>
                <a:latin typeface="Bierstadt Display"/>
              </a:rPr>
              <a:t>Research + infrastructure + model all-in-one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>
                <a:latin typeface="Bierstadt Display"/>
              </a:rPr>
              <a:t>Targets reproducibility, auditability, and ethical deployment</a:t>
            </a:r>
          </a:p>
        </p:txBody>
      </p:sp>
    </p:spTree>
    <p:extLst>
      <p:ext uri="{BB962C8B-B14F-4D97-AF65-F5344CB8AC3E}">
        <p14:creationId xmlns:p14="http://schemas.microsoft.com/office/powerpoint/2010/main" val="14911226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35A2EA4DBCE854590897884F8D15F6E" ma:contentTypeVersion="7" ma:contentTypeDescription="Create a new document." ma:contentTypeScope="" ma:versionID="28adf07ca140e905d1e0ea535da6bc40">
  <xsd:schema xmlns:xsd="http://www.w3.org/2001/XMLSchema" xmlns:xs="http://www.w3.org/2001/XMLSchema" xmlns:p="http://schemas.microsoft.com/office/2006/metadata/properties" xmlns:ns2="58879775-af27-46f4-a861-53505253969c" targetNamespace="http://schemas.microsoft.com/office/2006/metadata/properties" ma:root="true" ma:fieldsID="32082d07e22e96332b8b580250e6607a" ns2:_="">
    <xsd:import namespace="58879775-af27-46f4-a861-53505253969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879775-af27-46f4-a861-5350525396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2D0B201-6823-4FC5-B50C-0008355452E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B6D526E-035F-4DB0-8D91-8A869A3739D7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8879775-af27-46f4-a861-53505253969c"/>
  </ds:schemaRefs>
</ds:datastoreItem>
</file>

<file path=customXml/itemProps3.xml><?xml version="1.0" encoding="utf-8"?>
<ds:datastoreItem xmlns:ds="http://schemas.openxmlformats.org/officeDocument/2006/customXml" ds:itemID="{8C3BA479-CB14-49C4-B5F7-D719B8A7D28D}">
  <ds:schemaRefs>
    <ds:schemaRef ds:uri="http://schemas.microsoft.com/office/2006/metadata/properties"/>
    <ds:schemaRef ds:uri="http://www.w3.org/2000/xmln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367</Words>
  <Application>Microsoft Office PowerPoint</Application>
  <PresentationFormat>Custom</PresentationFormat>
  <Paragraphs>38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Ion</vt:lpstr>
      <vt:lpstr>Version &amp; Annum: Blueprinting the Core of Data Science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Search Proposal.pdf</dc:title>
  <cp:lastModifiedBy>Cocker, Robert</cp:lastModifiedBy>
  <cp:revision>63</cp:revision>
  <dcterms:created xsi:type="dcterms:W3CDTF">2006-08-16T00:00:00Z</dcterms:created>
  <dcterms:modified xsi:type="dcterms:W3CDTF">2025-06-23T06:23:06Z</dcterms:modified>
  <dc:identifier>DAGqwAMGLSU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0x010100635A2EA4DBCE854590897884F8D15F6E</vt:lpwstr>
  </property>
</Properties>
</file>